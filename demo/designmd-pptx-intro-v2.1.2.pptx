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9.xml" ContentType="application/vnd.openxmlformats-officedocument.presentationml.slid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02c0587e885542c8" /><Relationship Type="http://schemas.openxmlformats.org/package/2006/relationships/metadata/core-properties" Target="/docProps/core.xml" Id="Rad6855b65a524097" /><Relationship Type="http://schemas.openxmlformats.org/officeDocument/2006/relationships/extended-properties" Target="/docProps/app.xml" Id="R167ffb52eb3e4269" /><Relationship Type="http://schemas.openxmlformats.org/officeDocument/2006/relationships/custom-properties" Target="/docProps/custom.xml" Id="R90dd015bd0e040cc" /></Relationships>
</file>

<file path=ppt/presentation.xml><?xml version="1.0" encoding="utf-8"?>
<p:presentation xmlns:r="http://schemas.openxmlformats.org/officeDocument/2006/relationships" xmlns:p="http://schemas.openxmlformats.org/presentationml/2006/main">
  <p:sldMasterIdLst>
    <p:sldMasterId xmlns:r="http://schemas.openxmlformats.org/officeDocument/2006/relationships" id="2147483648" r:id="rId1"/>
  </p:sldMasterIdLst>
  <p:sldIdLst>
    <p:sldId id="256" r:id="R614123432d444c07"/>
    <p:sldId id="257" r:id="Rf8453ea318854e16"/>
    <p:sldId id="258" r:id="R65faa2c9d32d41a7"/>
    <p:sldId id="259" r:id="Rd41056334a704d99"/>
    <p:sldId id="260" r:id="Rdfe49b9966374693"/>
    <p:sldId id="261" r:id="Rc24419b3ada642b9"/>
    <p:sldId id="262" r:id="Rbd524f50dafd4511"/>
    <p:sldId id="263" r:id="R1e8254baba78415c"/>
    <p:sldId id="264" r:id="R4f9601df485a4b5a"/>
  </p:sldIdLst>
  <p:sldSz cx="12192000" cy="6858000"/>
  <p:notesSz cx="6858000" cy="9144000"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1" /><Relationship Type="http://schemas.openxmlformats.org/officeDocument/2006/relationships/theme" Target="/ppt/theme/theme1.xml" Id="rId2" /><Relationship Type="http://schemas.openxmlformats.org/officeDocument/2006/relationships/slide" Target="/ppt/slides/slide1.xml" Id="R614123432d444c07" /><Relationship Type="http://schemas.openxmlformats.org/officeDocument/2006/relationships/slide" Target="/ppt/slides/slide2.xml" Id="Rf8453ea318854e16" /><Relationship Type="http://schemas.openxmlformats.org/officeDocument/2006/relationships/slide" Target="/ppt/slides/slide3.xml" Id="R65faa2c9d32d41a7" /><Relationship Type="http://schemas.openxmlformats.org/officeDocument/2006/relationships/slide" Target="/ppt/slides/slide4.xml" Id="Rd41056334a704d99" /><Relationship Type="http://schemas.openxmlformats.org/officeDocument/2006/relationships/slide" Target="/ppt/slides/slide5.xml" Id="Rdfe49b9966374693" /><Relationship Type="http://schemas.openxmlformats.org/officeDocument/2006/relationships/slide" Target="/ppt/slides/slide6.xml" Id="Rc24419b3ada642b9" /><Relationship Type="http://schemas.openxmlformats.org/officeDocument/2006/relationships/slide" Target="/ppt/slides/slide7.xml" Id="Rbd524f50dafd4511" /><Relationship Type="http://schemas.openxmlformats.org/officeDocument/2006/relationships/slide" Target="/ppt/slides/slide8.xml" Id="R1e8254baba78415c" /><Relationship Type="http://schemas.openxmlformats.org/officeDocument/2006/relationships/slide" Target="/ppt/slides/slide9.xml" Id="R4f9601df485a4b5a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The contract is the brand file — not the agent improvising layout.</a:t>
            </a:r>
          </a:p>
        </p:txBody>
      </p:sp>
    </p:spTree>
  </p:cSld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Call the single metric that proves the after state.</a:t>
            </a:r>
          </a:p>
        </p:txBody>
      </p:sp>
    </p:spTree>
  </p:cSld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Five steps, one owner each. Gate 3 is not optional for ship.</a:t>
            </a:r>
          </a:p>
        </p:txBody>
      </p:sp>
    </p:spTree>
  </p:cSld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Pillars are non-negotiable investments, not initiatives.</a:t>
            </a:r>
          </a:p>
        </p:txBody>
      </p:sp>
    </p:spTree>
  </p:cSld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You cannot skip a stair — name the exit criteria per step.</a:t>
            </a:r>
          </a:p>
        </p:txBody>
      </p:sp>
    </p:spTree>
  </p:cSld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Open items need an owner before the meeting ends.</a:t>
            </a:r>
          </a:p>
        </p:txBody>
      </p:sp>
    </p:spTree>
  </p:cSld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1315a8b38b043df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761288976c94126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19507199d24461c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cd0a5005aba4af9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8ffc35ae2234f8b" /></Relationships>
</file>

<file path=ppt/slideLayouts/slideLayout1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/>
    </p:spTree>
  </p:cSld>
</p:sldLayout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ctrTitle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Subtitle"/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3.xml><?xml version="1.0" encoding="utf-8"?>
<p:sldLayout xmlns:p="http://schemas.openxmlformats.org/presentationml/2006/main" type="objTx">
  <p:cSld name="Title and Content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Content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ColTx">
  <p:cSld name="Two Content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Content Left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4" name="Content Right"/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5.xml><?xml version="1.0" encoding="utf-8"?>
<p:sldLayout xmlns:p="http://schemas.openxmlformats.org/presentationml/2006/main" type="titleOnly">
  <p:cSld name="Title Only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1" /><Relationship Type="http://schemas.openxmlformats.org/officeDocument/2006/relationships/theme" Target="/ppt/theme/theme1.xml" Id="Rfa18187f050b446f" /><Relationship Type="http://schemas.openxmlformats.org/officeDocument/2006/relationships/slideLayout" Target="/ppt/slideLayouts/slideLayout2.xml" Id="rId2" /><Relationship Type="http://schemas.openxmlformats.org/officeDocument/2006/relationships/slideLayout" Target="/ppt/slideLayouts/slideLayout3.xml" Id="rId3" /><Relationship Type="http://schemas.openxmlformats.org/officeDocument/2006/relationships/slideLayout" Target="/ppt/slideLayouts/slideLayout4.xml" Id="rId4" /><Relationship Type="http://schemas.openxmlformats.org/officeDocument/2006/relationships/slideLayout" Target="/ppt/slideLayouts/slideLayout5.xml" Id="rId5" /></Relationships>
</file>

<file path=ppt/slideMasters/slideMaster1.xml><?xml version="1.0" encoding="utf-8"?>
<p:sldMaster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Id1"/>
    <p:sldLayoutId xmlns:r="http://schemas.openxmlformats.org/officeDocument/2006/relationships" id="2147483650" r:id="rId2"/>
    <p:sldLayoutId xmlns:r="http://schemas.openxmlformats.org/officeDocument/2006/relationships" id="2147483651" r:id="rId3"/>
    <p:sldLayoutId xmlns:r="http://schemas.openxmlformats.org/officeDocument/2006/relationships" id="2147483652" r:id="rId4"/>
    <p:sldLayoutId xmlns:r="http://schemas.openxmlformats.org/officeDocument/2006/relationships" id="2147483653" r:id="rId5"/>
  </p:sldLayoutIdLst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752bc012d154865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237160bcbe94d80" /><Relationship Type="http://schemas.openxmlformats.org/officeDocument/2006/relationships/notesSlide" Target="/ppt/notesSlides/notesSlide1.xml" Id="R9b09e255684349ee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03a21592e1f4533" /><Relationship Type="http://schemas.openxmlformats.org/officeDocument/2006/relationships/notesSlide" Target="/ppt/notesSlides/notesSlide2.xml" Id="Ree95ce95089d4d09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36479b53fb34408" /><Relationship Type="http://schemas.openxmlformats.org/officeDocument/2006/relationships/notesSlide" Target="/ppt/notesSlides/notesSlide3.xml" Id="R4587564efd2f4f44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5b5b87d13594198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810cb2792a646a9" /><Relationship Type="http://schemas.openxmlformats.org/officeDocument/2006/relationships/notesSlide" Target="/ppt/notesSlides/notesSlide4.xml" Id="Ra28aa21fafc949e8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b17ff6d8a7840b5" /><Relationship Type="http://schemas.openxmlformats.org/officeDocument/2006/relationships/notesSlide" Target="/ppt/notesSlides/notesSlide5.xml" Id="Rf5f8cc09c68b496b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e4e38056320427a" /><Relationship Type="http://schemas.openxmlformats.org/officeDocument/2006/relationships/notesSlide" Target="/ppt/notesSlides/notesSlide6.xml" Id="R327e4309a84a4414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214ad103f35471f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00000"/>
        </a:solidFill>
      </p:bgPr>
    </p:bg>
    <p:spTree>
      <p:nvGrpSpPr>
        <p:cNvPr id="1" name=""/>
        <p:cNvGrpSpPr/>
        <p:nvPr/>
      </p:nvGrpSpPr>
      <p:grpSpPr/>
      <p:sp>
        <p:nvSpPr>
          <p:cNvPr id="100000" name="CoverEdge"/>
          <p:cNvSpPr/>
          <p:nvPr/>
        </p:nvSpPr>
        <p:spPr>
          <a:xfrm xmlns:a="http://schemas.openxmlformats.org/drawingml/2006/main">
            <a:off x="0" y="0"/>
            <a:ext cx="126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5FFF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01" name="CoverTitle"/>
          <p:cNvSpPr txBox="1"/>
          <p:nvPr/>
        </p:nvSpPr>
        <p:spPr>
          <a:xfrm xmlns:a="http://schemas.openxmlformats.org/drawingml/2006/main">
            <a:off x="792000" y="1872000"/>
            <a:ext cx="10609200" cy="1512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anchor="b"/>
          <a:lstStyle xmlns:a="http://schemas.openxmlformats.org/drawingml/2006/main"/>
          <a:p xmlns:a="http://schemas.openxmlformats.org/drawingml/2006/main">
            <a:pPr algn="l"/>
            <a:r>
              <a:rPr lang="en-US" sz="4800" b="1">
                <a:solidFill>
                  <a:srgbClr val="F5F5F7"/>
                </a:solidFill>
                <a:latin typeface="Arial"/>
                <a:ea typeface="Arial"/>
              </a:rPr>
              <a:t>designmd-pptx</a:t>
            </a:r>
          </a:p>
        </p:txBody>
      </p:sp>
      <p:sp>
        <p:nvSpPr>
          <p:cNvPr id="100002" name="CoverAccent"/>
          <p:cNvSpPr/>
          <p:nvPr/>
        </p:nvSpPr>
        <p:spPr>
          <a:xfrm xmlns:a="http://schemas.openxmlformats.org/drawingml/2006/main">
            <a:off x="792000" y="3420000"/>
            <a:ext cx="1620000" cy="50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5FFF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03" name="CoverSubtitle"/>
          <p:cNvSpPr txBox="1"/>
          <p:nvPr/>
        </p:nvSpPr>
        <p:spPr>
          <a:xfrm xmlns:a="http://schemas.openxmlformats.org/drawingml/2006/main">
            <a:off x="792000" y="3564000"/>
            <a:ext cx="9360000" cy="576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/>
            <a:r>
              <a:rPr lang="en-US" sz="1800">
                <a:solidFill>
                  <a:srgbClr val="A0A6B0"/>
                </a:solidFill>
                <a:latin typeface="Arial"/>
                <a:ea typeface="Arial"/>
              </a:rPr>
              <a:t>Brand design that becomes a real PowerPoint deck</a:t>
            </a:r>
          </a:p>
        </p:txBody>
      </p:sp>
      <p:sp>
        <p:nvSpPr>
          <p:cNvPr id="100004" name="CoverMeta"/>
          <p:cNvSpPr txBox="1"/>
          <p:nvPr/>
        </p:nvSpPr>
        <p:spPr>
          <a:xfrm xmlns:a="http://schemas.openxmlformats.org/drawingml/2006/main">
            <a:off x="792000" y="6048000"/>
            <a:ext cx="10609200" cy="32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/>
            <a:r>
              <a:rPr lang="en-US" sz="1200">
                <a:solidFill>
                  <a:srgbClr val="A0A6B0"/>
                </a:solidFill>
                <a:latin typeface="Arial"/>
                <a:ea typeface="Arial"/>
              </a:rPr>
              <a:t>v2.1.2  ·  Flagship intro  ·  English</a:t>
            </a:r>
          </a:p>
        </p:txBody>
      </p:sp>
    </p:spTree>
  </p:cSld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1000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" presetID="10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1000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00000"/>
        </a:solidFill>
      </p:bgPr>
    </p:bg>
    <p:spTree>
      <p:nvGrpSpPr>
        <p:cNvPr id="1" name=""/>
        <p:cNvGrpSpPr/>
        <p:nvPr/>
      </p:nvGrpSpPr>
      <p:grpSpPr/>
      <p:sp>
        <p:nvSpPr>
          <p:cNvPr id="100005" name="BigValue"/>
          <p:cNvSpPr txBox="1"/>
          <p:nvPr/>
        </p:nvSpPr>
        <p:spPr>
          <a:xfrm xmlns:a="http://schemas.openxmlformats.org/drawingml/2006/main">
            <a:off x="792000" y="1180800"/>
            <a:ext cx="10609200" cy="230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/>
            <a:r>
              <a:rPr lang="en-US" sz="8100" b="1">
                <a:solidFill>
                  <a:srgbClr val="0B5FFF"/>
                </a:solidFill>
                <a:latin typeface="Arial"/>
                <a:ea typeface="Arial"/>
              </a:rPr>
              <a:t>DESIGN.md</a:t>
            </a:r>
          </a:p>
        </p:txBody>
      </p:sp>
      <p:sp>
        <p:nvSpPr>
          <p:cNvPr id="100006" name="BigLabel"/>
          <p:cNvSpPr txBox="1"/>
          <p:nvPr/>
        </p:nvSpPr>
        <p:spPr>
          <a:xfrm xmlns:a="http://schemas.openxmlformats.org/drawingml/2006/main">
            <a:off x="792000" y="3704400"/>
            <a:ext cx="10609200" cy="612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lang="en-US" sz="2800" b="1">
                <a:solidFill>
                  <a:srgbClr val="F5F5F7"/>
                </a:solidFill>
                <a:latin typeface="Arial"/>
                <a:ea typeface="Arial"/>
              </a:rPr>
              <a:t>One brand source of truth</a:t>
            </a:r>
          </a:p>
        </p:txBody>
      </p:sp>
      <p:sp>
        <p:nvSpPr>
          <p:cNvPr id="100007" name="BigContext"/>
          <p:cNvSpPr txBox="1"/>
          <p:nvPr/>
        </p:nvSpPr>
        <p:spPr>
          <a:xfrm xmlns:a="http://schemas.openxmlformats.org/drawingml/2006/main">
            <a:off x="1188000" y="4514400"/>
            <a:ext cx="9817200" cy="792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lang="en-US" sz="1800">
                <a:solidFill>
                  <a:srgbClr val="A0A6B0"/>
                </a:solidFill>
                <a:latin typeface="Arial"/>
                <a:ea typeface="Arial"/>
              </a:rPr>
              <a:t>Tokens, recipes, and staging-safe apply — not a blank slide and a prayer.</a:t>
            </a:r>
          </a:p>
        </p:txBody>
      </p:sp>
    </p:spTree>
  </p:cSld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1000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" presetID="10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10000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30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00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00000"/>
        </a:solidFill>
      </p:bgPr>
    </p:bg>
    <p:spTree>
      <p:nvGrpSpPr>
        <p:cNvPr id="1" name=""/>
        <p:cNvGrpSpPr/>
        <p:nvPr/>
      </p:nvGrpSpPr>
      <p:grpSpPr/>
      <p:sp>
        <p:nvSpPr>
          <p:cNvPr id="100008" name="BaTitle"/>
          <p:cNvSpPr txBox="1"/>
          <p:nvPr/>
        </p:nvSpPr>
        <p:spPr>
          <a:xfrm xmlns:a="http://schemas.openxmlformats.org/drawingml/2006/main">
            <a:off x="792000" y="435600"/>
            <a:ext cx="10609200" cy="558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600" b="1">
                <a:solidFill>
                  <a:srgbClr val="F5F5F7"/>
                </a:solidFill>
                <a:latin typeface="Arial"/>
                <a:ea typeface="Arial"/>
              </a:rPr>
              <a:t>What changes</a:t>
            </a:r>
          </a:p>
        </p:txBody>
      </p:sp>
      <p:sp>
        <p:nvSpPr>
          <p:cNvPr id="100009" name="BaPanel1"/>
          <p:cNvSpPr/>
          <p:nvPr/>
        </p:nvSpPr>
        <p:spPr>
          <a:xfrm xmlns:a="http://schemas.openxmlformats.org/drawingml/2006/main">
            <a:off x="792000" y="1976400"/>
            <a:ext cx="5104800" cy="30348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C1C1E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10" name="BaHead1"/>
          <p:cNvSpPr txBox="1"/>
          <p:nvPr/>
        </p:nvSpPr>
        <p:spPr>
          <a:xfrm xmlns:a="http://schemas.openxmlformats.org/drawingml/2006/main">
            <a:off x="1188000" y="2372400"/>
            <a:ext cx="4312800" cy="54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800" b="1">
                <a:solidFill>
                  <a:srgbClr val="F5F5F7"/>
                </a:solidFill>
                <a:latin typeface="Arial"/>
                <a:ea typeface="Arial"/>
              </a:rPr>
              <a:t>Before</a:t>
            </a:r>
          </a:p>
        </p:txBody>
      </p:sp>
      <p:sp>
        <p:nvSpPr>
          <p:cNvPr id="100011" name="BaBody1"/>
          <p:cNvSpPr txBox="1"/>
          <p:nvPr/>
        </p:nvSpPr>
        <p:spPr>
          <a:xfrm xmlns:a="http://schemas.openxmlformats.org/drawingml/2006/main">
            <a:off x="1188000" y="3132000"/>
            <a:ext cx="4312800" cy="1479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800">
                <a:solidFill>
                  <a:srgbClr val="A0A6B0"/>
                </a:solidFill>
                <a:latin typeface="Arial"/>
                <a:ea typeface="Arial"/>
              </a:rPr>
              <a:t>• Decks drift from the brand file</a:t>
            </a:r>
          </a:p>
          <a:p xmlns:a="http://schemas.openxmlformats.org/drawingml/2006/main">
            <a:r>
              <a:rPr lang="en-US" sz="1800">
                <a:solidFill>
                  <a:srgbClr val="A0A6B0"/>
                </a:solidFill>
                <a:latin typeface="Arial"/>
                <a:ea typeface="Arial"/>
              </a:rPr>
              <a:t>• Agents invent one-off layouts</a:t>
            </a:r>
          </a:p>
          <a:p xmlns:a="http://schemas.openxmlformats.org/drawingml/2006/main">
            <a:r>
              <a:rPr lang="en-US" sz="1800">
                <a:solidFill>
                  <a:srgbClr val="A0A6B0"/>
                </a:solidFill>
                <a:latin typeface="Arial"/>
                <a:ea typeface="Arial"/>
              </a:rPr>
              <a:t>• No floors, no screenshot gate</a:t>
            </a:r>
          </a:p>
          <a:p xmlns:a="http://schemas.openxmlformats.org/drawingml/2006/main">
            <a:r>
              <a:rPr lang="en-US" sz="1800">
                <a:solidFill>
                  <a:srgbClr val="A0A6B0"/>
                </a:solidFill>
                <a:latin typeface="Arial"/>
                <a:ea typeface="Arial"/>
              </a:rPr>
              <a:t>• Overwrite risk on every save</a:t>
            </a:r>
          </a:p>
        </p:txBody>
      </p:sp>
      <p:sp>
        <p:nvSpPr>
          <p:cNvPr id="100012" name="BaPanel2"/>
          <p:cNvSpPr/>
          <p:nvPr/>
        </p:nvSpPr>
        <p:spPr>
          <a:xfrm xmlns:a="http://schemas.openxmlformats.org/drawingml/2006/main">
            <a:off x="6292800" y="1976400"/>
            <a:ext cx="5104800" cy="30348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0B5FFF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13" name="BaHead2"/>
          <p:cNvSpPr txBox="1"/>
          <p:nvPr/>
        </p:nvSpPr>
        <p:spPr>
          <a:xfrm xmlns:a="http://schemas.openxmlformats.org/drawingml/2006/main">
            <a:off x="6692400" y="2372400"/>
            <a:ext cx="4312800" cy="54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800" b="1">
                <a:solidFill>
                  <a:srgbClr val="FFFFFF"/>
                </a:solidFill>
                <a:latin typeface="Arial"/>
                <a:ea typeface="Arial"/>
              </a:rPr>
              <a:t>After</a:t>
            </a:r>
          </a:p>
        </p:txBody>
      </p:sp>
      <p:sp>
        <p:nvSpPr>
          <p:cNvPr id="100014" name="BaBody2"/>
          <p:cNvSpPr txBox="1"/>
          <p:nvPr/>
        </p:nvSpPr>
        <p:spPr>
          <a:xfrm xmlns:a="http://schemas.openxmlformats.org/drawingml/2006/main">
            <a:off x="6692400" y="3132000"/>
            <a:ext cx="4312800" cy="1479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800">
                <a:solidFill>
                  <a:srgbClr val="FFFFFF"/>
                </a:solidFill>
                <a:latin typeface="Arial"/>
                <a:ea typeface="Arial"/>
              </a:rPr>
              <a:t>• Tokens compiled from DESIGN.md</a:t>
            </a:r>
          </a:p>
          <a:p xmlns:a="http://schemas.openxmlformats.org/drawingml/2006/main">
            <a:r>
              <a:rPr lang="en-US" sz="1800">
                <a:solidFill>
                  <a:srgbClr val="FFFFFF"/>
                </a:solidFill>
                <a:latin typeface="Arial"/>
                <a:ea typeface="Arial"/>
              </a:rPr>
              <a:t>• Recipes with real text budgets</a:t>
            </a:r>
          </a:p>
          <a:p xmlns:a="http://schemas.openxmlformats.org/drawingml/2006/main">
            <a:r>
              <a:rPr lang="en-US" sz="1800">
                <a:solidFill>
                  <a:srgbClr val="FFFFFF"/>
                </a:solidFill>
                <a:latin typeface="Arial"/>
                <a:ea typeface="Arial"/>
              </a:rPr>
              <a:t>• Gate 3 contact sheet before ship</a:t>
            </a:r>
          </a:p>
          <a:p xmlns:a="http://schemas.openxmlformats.org/drawingml/2006/main">
            <a:r>
              <a:rPr lang="en-US" sz="1800">
                <a:solidFill>
                  <a:srgbClr val="FFFFFF"/>
                </a:solidFill>
                <a:latin typeface="Arial"/>
                <a:ea typeface="Arial"/>
              </a:rPr>
              <a:t>• Staging-safe apply with --force</a:t>
            </a:r>
          </a:p>
        </p:txBody>
      </p:sp>
    </p:spTree>
  </p:cSld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1000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" presetID="10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10000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30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00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00000"/>
        </a:solidFill>
      </p:bgPr>
    </p:bg>
    <p:spTree>
      <p:nvGrpSpPr>
        <p:cNvPr id="1" name=""/>
        <p:cNvGrpSpPr/>
        <p:nvPr/>
      </p:nvGrpSpPr>
      <p:grpSpPr/>
      <p:sp>
        <p:nvSpPr>
          <p:cNvPr id="100015" name="ProcTitle"/>
          <p:cNvSpPr txBox="1"/>
          <p:nvPr/>
        </p:nvSpPr>
        <p:spPr>
          <a:xfrm xmlns:a="http://schemas.openxmlformats.org/drawingml/2006/main">
            <a:off x="792000" y="435600"/>
            <a:ext cx="10609200" cy="558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600" b="1">
                <a:solidFill>
                  <a:srgbClr val="F5F5F7"/>
                </a:solidFill>
                <a:latin typeface="Arial"/>
                <a:ea typeface="Arial"/>
              </a:rPr>
              <a:t>Authoring pipeline</a:t>
            </a:r>
          </a:p>
        </p:txBody>
      </p:sp>
      <p:sp>
        <p:nvSpPr>
          <p:cNvPr id="100016" name="Proc1"/>
          <p:cNvSpPr/>
          <p:nvPr/>
        </p:nvSpPr>
        <p:spPr>
          <a:xfrm xmlns:a="http://schemas.openxmlformats.org/drawingml/2006/main">
            <a:off x="792000" y="2332800"/>
            <a:ext cx="1803600" cy="180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0B5FFF"/>
          </a:solidFill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/>
            <a:r>
              <a:rPr lang="en-US" sz="1800" b="1">
                <a:solidFill>
                  <a:srgbClr val="FFFFFF"/>
                </a:solidFill>
                <a:latin typeface="Arial"/>
                <a:ea typeface="Arial"/>
              </a:rPr>
              <a:t>1</a:t>
            </a:r>
          </a:p>
          <a:p xmlns:a="http://schemas.openxmlformats.org/drawingml/2006/main">
            <a:pPr algn="ctr"/>
            <a:r>
              <a:rPr lang="en-US" sz="1800" b="1">
                <a:solidFill>
                  <a:srgbClr val="FFFFFF"/>
                </a:solidFill>
                <a:latin typeface="Arial"/>
                <a:ea typeface="Arial"/>
              </a:rPr>
              <a:t>Brief</a:t>
            </a:r>
          </a:p>
          <a:p xmlns:a="http://schemas.openxmlformats.org/drawingml/2006/main">
            <a:pPr algn="ctr"/>
            <a:r>
              <a:rPr lang="en-US" sz="1800" b="1">
                <a:solidFill>
                  <a:srgbClr val="FFFFFF"/>
                </a:solidFill>
                <a:latin typeface="Arial"/>
                <a:ea typeface="Arial"/>
              </a:rPr>
              <a:t>Markdown</a:t>
            </a:r>
          </a:p>
        </p:txBody>
      </p:sp>
      <p:sp>
        <p:nvSpPr>
          <p:cNvPr id="100017" name="Proc2"/>
          <p:cNvSpPr/>
          <p:nvPr/>
        </p:nvSpPr>
        <p:spPr>
          <a:xfrm xmlns:a="http://schemas.openxmlformats.org/drawingml/2006/main">
            <a:off x="2991600" y="2332800"/>
            <a:ext cx="1803600" cy="180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C1C1E"/>
          </a:solidFill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/>
            <a:r>
              <a:rPr lang="en-US" sz="1800" b="1">
                <a:solidFill>
                  <a:srgbClr val="F5F5F7"/>
                </a:solidFill>
                <a:latin typeface="Arial"/>
                <a:ea typeface="Arial"/>
              </a:rPr>
              <a:t>2</a:t>
            </a:r>
          </a:p>
          <a:p xmlns:a="http://schemas.openxmlformats.org/drawingml/2006/main">
            <a:pPr algn="ctr"/>
            <a:r>
              <a:rPr lang="en-US" sz="1800" b="1">
                <a:solidFill>
                  <a:srgbClr val="F5F5F7"/>
                </a:solidFill>
                <a:latin typeface="Arial"/>
                <a:ea typeface="Arial"/>
              </a:rPr>
              <a:t>Compose</a:t>
            </a:r>
          </a:p>
          <a:p xmlns:a="http://schemas.openxmlformats.org/drawingml/2006/main">
            <a:pPr algn="ctr"/>
            <a:r>
              <a:rPr lang="en-US" sz="1800" b="1">
                <a:solidFill>
                  <a:srgbClr val="F5F5F7"/>
                </a:solidFill>
                <a:latin typeface="Arial"/>
                <a:ea typeface="Arial"/>
              </a:rPr>
              <a:t>Deck-spec</a:t>
            </a:r>
          </a:p>
        </p:txBody>
      </p:sp>
      <p:sp>
        <p:nvSpPr>
          <p:cNvPr id="100018" name="Proc3"/>
          <p:cNvSpPr/>
          <p:nvPr/>
        </p:nvSpPr>
        <p:spPr>
          <a:xfrm xmlns:a="http://schemas.openxmlformats.org/drawingml/2006/main">
            <a:off x="5194800" y="2332800"/>
            <a:ext cx="1803600" cy="180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C1C1E"/>
          </a:solidFill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/>
            <a:r>
              <a:rPr lang="en-US" sz="1800" b="1">
                <a:solidFill>
                  <a:srgbClr val="F5F5F7"/>
                </a:solidFill>
                <a:latin typeface="Arial"/>
                <a:ea typeface="Arial"/>
              </a:rPr>
              <a:t>3</a:t>
            </a:r>
          </a:p>
          <a:p xmlns:a="http://schemas.openxmlformats.org/drawingml/2006/main">
            <a:pPr algn="ctr"/>
            <a:r>
              <a:rPr lang="en-US" sz="1800" b="1">
                <a:solidFill>
                  <a:srgbClr val="F5F5F7"/>
                </a:solidFill>
                <a:latin typeface="Arial"/>
                <a:ea typeface="Arial"/>
              </a:rPr>
              <a:t>Scaffold</a:t>
            </a:r>
          </a:p>
          <a:p xmlns:a="http://schemas.openxmlformats.org/drawingml/2006/main">
            <a:pPr algn="ctr"/>
            <a:r>
              <a:rPr lang="en-US" sz="1800" b="1">
                <a:solidFill>
                  <a:srgbClr val="F5F5F7"/>
                </a:solidFill>
                <a:latin typeface="Arial"/>
                <a:ea typeface="Arial"/>
              </a:rPr>
              <a:t>Tokens</a:t>
            </a:r>
          </a:p>
        </p:txBody>
      </p:sp>
      <p:sp>
        <p:nvSpPr>
          <p:cNvPr id="100019" name="Proc4"/>
          <p:cNvSpPr/>
          <p:nvPr/>
        </p:nvSpPr>
        <p:spPr>
          <a:xfrm xmlns:a="http://schemas.openxmlformats.org/drawingml/2006/main">
            <a:off x="7394400" y="2332800"/>
            <a:ext cx="1803600" cy="180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C1C1E"/>
          </a:solidFill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/>
            <a:r>
              <a:rPr lang="en-US" sz="1800" b="1">
                <a:solidFill>
                  <a:srgbClr val="F5F5F7"/>
                </a:solidFill>
                <a:latin typeface="Arial"/>
                <a:ea typeface="Arial"/>
              </a:rPr>
              <a:t>4</a:t>
            </a:r>
          </a:p>
          <a:p xmlns:a="http://schemas.openxmlformats.org/drawingml/2006/main">
            <a:pPr algn="ctr"/>
            <a:r>
              <a:rPr lang="en-US" sz="1800" b="1">
                <a:solidFill>
                  <a:srgbClr val="F5F5F7"/>
                </a:solidFill>
                <a:latin typeface="Arial"/>
                <a:ea typeface="Arial"/>
              </a:rPr>
              <a:t>Apply</a:t>
            </a:r>
          </a:p>
          <a:p xmlns:a="http://schemas.openxmlformats.org/drawingml/2006/main">
            <a:pPr algn="ctr"/>
            <a:r>
              <a:rPr lang="en-US" sz="1800" b="1">
                <a:solidFill>
                  <a:srgbClr val="F5F5F7"/>
                </a:solidFill>
                <a:latin typeface="Arial"/>
                <a:ea typeface="Arial"/>
              </a:rPr>
              <a:t>Legacy</a:t>
            </a:r>
          </a:p>
        </p:txBody>
      </p:sp>
      <p:sp>
        <p:nvSpPr>
          <p:cNvPr id="100020" name="Proc5"/>
          <p:cNvSpPr/>
          <p:nvPr/>
        </p:nvSpPr>
        <p:spPr>
          <a:xfrm xmlns:a="http://schemas.openxmlformats.org/drawingml/2006/main">
            <a:off x="9597600" y="2332800"/>
            <a:ext cx="1803600" cy="180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0B5FFF"/>
          </a:solidFill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/>
            <a:r>
              <a:rPr lang="en-US" sz="1800" b="1">
                <a:solidFill>
                  <a:srgbClr val="FFFFFF"/>
                </a:solidFill>
                <a:latin typeface="Arial"/>
                <a:ea typeface="Arial"/>
              </a:rPr>
              <a:t>5</a:t>
            </a:r>
          </a:p>
          <a:p xmlns:a="http://schemas.openxmlformats.org/drawingml/2006/main">
            <a:pPr algn="ctr"/>
            <a:r>
              <a:rPr lang="en-US" sz="1800" b="1">
                <a:solidFill>
                  <a:srgbClr val="FFFFFF"/>
                </a:solidFill>
                <a:latin typeface="Arial"/>
                <a:ea typeface="Arial"/>
              </a:rPr>
              <a:t>Gate 3</a:t>
            </a:r>
          </a:p>
          <a:p xmlns:a="http://schemas.openxmlformats.org/drawingml/2006/main">
            <a:pPr algn="ctr"/>
            <a:r>
              <a:rPr lang="en-US" sz="1800" b="1">
                <a:solidFill>
                  <a:srgbClr val="FFFFFF"/>
                </a:solidFill>
                <a:latin typeface="Arial"/>
                <a:ea typeface="Arial"/>
              </a:rPr>
              <a:t>QA</a:t>
            </a:r>
          </a:p>
        </p:txBody>
      </p:sp>
      <p:cxnSp>
        <p:nvCxnSpPr>
          <p:cNvPr id="100021" name="Connector 1"/>
          <p:cNvCxnSpPr>
            <a:stCxn xmlns:a="http://schemas.openxmlformats.org/drawingml/2006/main" id="100016" idx="0"/>
            <a:endCxn xmlns:a="http://schemas.openxmlformats.org/drawingml/2006/main" id="100017" idx="0"/>
          </p:cNvCxnSpPr>
          <p:nvPr/>
        </p:nvCxnSpPr>
        <p:spPr>
          <a:xfrm xmlns:a="http://schemas.openxmlformats.org/drawingml/2006/main">
            <a:off x="2595600" y="3232800"/>
            <a:ext cx="396000" cy="0"/>
          </a:xfrm>
          <a:prstGeom xmlns:a="http://schemas.openxmlformats.org/drawingml/2006/main" prst="straightConnector1">
            <a:avLst/>
          </a:prstGeom>
          <a:ln xmlns:a="http://schemas.openxmlformats.org/drawingml/2006/main" w="12700">
            <a:solidFill>
              <a:srgbClr val="A0A6B0"/>
            </a:solidFill>
            <a:tailEnd type="triangle"/>
          </a:ln>
        </p:spPr>
      </p:cxnSp>
      <p:cxnSp>
        <p:nvCxnSpPr>
          <p:cNvPr id="100022" name="Connector 2"/>
          <p:cNvCxnSpPr>
            <a:stCxn xmlns:a="http://schemas.openxmlformats.org/drawingml/2006/main" id="100017" idx="0"/>
            <a:endCxn xmlns:a="http://schemas.openxmlformats.org/drawingml/2006/main" id="100018" idx="0"/>
          </p:cNvCxnSpPr>
          <p:nvPr/>
        </p:nvCxnSpPr>
        <p:spPr>
          <a:xfrm xmlns:a="http://schemas.openxmlformats.org/drawingml/2006/main">
            <a:off x="4795200" y="3232800"/>
            <a:ext cx="399600" cy="0"/>
          </a:xfrm>
          <a:prstGeom xmlns:a="http://schemas.openxmlformats.org/drawingml/2006/main" prst="straightConnector1">
            <a:avLst/>
          </a:prstGeom>
          <a:ln xmlns:a="http://schemas.openxmlformats.org/drawingml/2006/main" w="12700">
            <a:solidFill>
              <a:srgbClr val="A0A6B0"/>
            </a:solidFill>
            <a:tailEnd type="triangle"/>
          </a:ln>
        </p:spPr>
      </p:cxnSp>
      <p:cxnSp>
        <p:nvCxnSpPr>
          <p:cNvPr id="100023" name="Connector 3"/>
          <p:cNvCxnSpPr>
            <a:stCxn xmlns:a="http://schemas.openxmlformats.org/drawingml/2006/main" id="100018" idx="0"/>
            <a:endCxn xmlns:a="http://schemas.openxmlformats.org/drawingml/2006/main" id="100019" idx="0"/>
          </p:cNvCxnSpPr>
          <p:nvPr/>
        </p:nvCxnSpPr>
        <p:spPr>
          <a:xfrm xmlns:a="http://schemas.openxmlformats.org/drawingml/2006/main">
            <a:off x="6998400" y="3232800"/>
            <a:ext cx="396000" cy="0"/>
          </a:xfrm>
          <a:prstGeom xmlns:a="http://schemas.openxmlformats.org/drawingml/2006/main" prst="straightConnector1">
            <a:avLst/>
          </a:prstGeom>
          <a:ln xmlns:a="http://schemas.openxmlformats.org/drawingml/2006/main" w="12700">
            <a:solidFill>
              <a:srgbClr val="A0A6B0"/>
            </a:solidFill>
            <a:tailEnd type="triangle"/>
          </a:ln>
        </p:spPr>
      </p:cxnSp>
      <p:cxnSp>
        <p:nvCxnSpPr>
          <p:cNvPr id="100024" name="Connector 4"/>
          <p:cNvCxnSpPr>
            <a:stCxn xmlns:a="http://schemas.openxmlformats.org/drawingml/2006/main" id="100019" idx="0"/>
            <a:endCxn xmlns:a="http://schemas.openxmlformats.org/drawingml/2006/main" id="100020" idx="0"/>
          </p:cNvCxnSpPr>
          <p:nvPr/>
        </p:nvCxnSpPr>
        <p:spPr>
          <a:xfrm xmlns:a="http://schemas.openxmlformats.org/drawingml/2006/main">
            <a:off x="9198000" y="3232800"/>
            <a:ext cx="399600" cy="0"/>
          </a:xfrm>
          <a:prstGeom xmlns:a="http://schemas.openxmlformats.org/drawingml/2006/main" prst="straightConnector1">
            <a:avLst/>
          </a:prstGeom>
          <a:ln xmlns:a="http://schemas.openxmlformats.org/drawingml/2006/main" w="12700">
            <a:solidFill>
              <a:srgbClr val="A0A6B0"/>
            </a:solidFill>
            <a:tailEnd type="triangle"/>
          </a:ln>
        </p:spPr>
      </p:cxnSp>
    </p:spTree>
  </p:cSld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1000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" presetID="10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1000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30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00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00000"/>
        </a:solidFill>
      </p:bgPr>
    </p:bg>
    <p:spTree>
      <p:nvGrpSpPr>
        <p:cNvPr id="1" name=""/>
        <p:cNvGrpSpPr/>
        <p:nvPr/>
      </p:nvGrpSpPr>
      <p:grpSpPr/>
      <p:sp>
        <p:nvSpPr>
          <p:cNvPr id="100025" name="FeatTitle"/>
          <p:cNvSpPr txBox="1"/>
          <p:nvPr/>
        </p:nvSpPr>
        <p:spPr>
          <a:xfrm xmlns:a="http://schemas.openxmlformats.org/drawingml/2006/main">
            <a:off x="792000" y="435600"/>
            <a:ext cx="10609200" cy="662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600" b="1">
                <a:solidFill>
                  <a:srgbClr val="F5F5F7"/>
                </a:solidFill>
                <a:latin typeface="Arial"/>
                <a:ea typeface="Arial"/>
              </a:rPr>
              <a:t>Three promises</a:t>
            </a:r>
          </a:p>
        </p:txBody>
      </p:sp>
      <p:sp>
        <p:nvSpPr>
          <p:cNvPr id="100026" name="Card1Bg"/>
          <p:cNvSpPr/>
          <p:nvPr/>
        </p:nvSpPr>
        <p:spPr>
          <a:xfrm xmlns:a="http://schemas.openxmlformats.org/drawingml/2006/main">
            <a:off x="792000" y="1414800"/>
            <a:ext cx="3272400" cy="46512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C1C1E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27" name="Card1Num"/>
          <p:cNvSpPr txBox="1"/>
          <p:nvPr/>
        </p:nvSpPr>
        <p:spPr>
          <a:xfrm xmlns:a="http://schemas.openxmlformats.org/drawingml/2006/main">
            <a:off x="1188000" y="1810800"/>
            <a:ext cx="2480400" cy="666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400" b="1">
                <a:solidFill>
                  <a:srgbClr val="0B5FFF"/>
                </a:solidFill>
                <a:latin typeface="Arial"/>
                <a:ea typeface="Arial"/>
              </a:rPr>
              <a:t>01</a:t>
            </a:r>
          </a:p>
        </p:txBody>
      </p:sp>
      <p:sp>
        <p:nvSpPr>
          <p:cNvPr id="100028" name="Card1Title"/>
          <p:cNvSpPr txBox="1"/>
          <p:nvPr/>
        </p:nvSpPr>
        <p:spPr>
          <a:xfrm xmlns:a="http://schemas.openxmlformats.org/drawingml/2006/main">
            <a:off x="1188000" y="2696400"/>
            <a:ext cx="2480400" cy="77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600" b="1">
                <a:solidFill>
                  <a:srgbClr val="F5F5F7"/>
                </a:solidFill>
                <a:latin typeface="Arial"/>
                <a:ea typeface="Arial"/>
              </a:rPr>
              <a:t>Exact geometry</a:t>
            </a:r>
          </a:p>
        </p:txBody>
      </p:sp>
      <p:sp>
        <p:nvSpPr>
          <p:cNvPr id="100029" name="Card1Body"/>
          <p:cNvSpPr txBox="1"/>
          <p:nvPr/>
        </p:nvSpPr>
        <p:spPr>
          <a:xfrm xmlns:a="http://schemas.openxmlformats.org/drawingml/2006/main">
            <a:off x="1188000" y="3693600"/>
            <a:ext cx="2480400" cy="946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800" b="0">
                <a:solidFill>
                  <a:srgbClr val="A0A6B0"/>
                </a:solidFill>
                <a:latin typeface="Arial"/>
                <a:ea typeface="Arial"/>
              </a:rPr>
              <a:t>Centimeters. Glued connectors. Type floors that hold.</a:t>
            </a:r>
          </a:p>
        </p:txBody>
      </p:sp>
      <p:sp>
        <p:nvSpPr>
          <p:cNvPr id="100030" name="Card2Bg"/>
          <p:cNvSpPr/>
          <p:nvPr/>
        </p:nvSpPr>
        <p:spPr>
          <a:xfrm xmlns:a="http://schemas.openxmlformats.org/drawingml/2006/main">
            <a:off x="4460400" y="1414800"/>
            <a:ext cx="3272400" cy="46512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C1C1E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31" name="Card2Num"/>
          <p:cNvSpPr txBox="1"/>
          <p:nvPr/>
        </p:nvSpPr>
        <p:spPr>
          <a:xfrm xmlns:a="http://schemas.openxmlformats.org/drawingml/2006/main">
            <a:off x="4856400" y="1810800"/>
            <a:ext cx="2480400" cy="666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400" b="1">
                <a:solidFill>
                  <a:srgbClr val="0B5FFF"/>
                </a:solidFill>
                <a:latin typeface="Arial"/>
                <a:ea typeface="Arial"/>
              </a:rPr>
              <a:t>02</a:t>
            </a:r>
          </a:p>
        </p:txBody>
      </p:sp>
      <p:sp>
        <p:nvSpPr>
          <p:cNvPr id="100032" name="Card2Title"/>
          <p:cNvSpPr txBox="1"/>
          <p:nvPr/>
        </p:nvSpPr>
        <p:spPr>
          <a:xfrm xmlns:a="http://schemas.openxmlformats.org/drawingml/2006/main">
            <a:off x="4856400" y="2696400"/>
            <a:ext cx="2480400" cy="77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600" b="1">
                <a:solidFill>
                  <a:srgbClr val="F5F5F7"/>
                </a:solidFill>
                <a:latin typeface="Arial"/>
                <a:ea typeface="Arial"/>
              </a:rPr>
              <a:t>Hard gates</a:t>
            </a:r>
          </a:p>
        </p:txBody>
      </p:sp>
      <p:sp>
        <p:nvSpPr>
          <p:cNvPr id="100033" name="Card2Body"/>
          <p:cNvSpPr txBox="1"/>
          <p:nvPr/>
        </p:nvSpPr>
        <p:spPr>
          <a:xfrm xmlns:a="http://schemas.openxmlformats.org/drawingml/2006/main">
            <a:off x="4856400" y="3693600"/>
            <a:ext cx="2480400" cy="946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800" b="0">
                <a:solidFill>
                  <a:srgbClr val="A0A6B0"/>
                </a:solidFill>
                <a:latin typeface="Arial"/>
                <a:ea typeface="Arial"/>
              </a:rPr>
              <a:t>Budgets, contrast, issues — then a contact sheet.</a:t>
            </a:r>
          </a:p>
        </p:txBody>
      </p:sp>
      <p:sp>
        <p:nvSpPr>
          <p:cNvPr id="100034" name="Card3Bg"/>
          <p:cNvSpPr/>
          <p:nvPr/>
        </p:nvSpPr>
        <p:spPr>
          <a:xfrm xmlns:a="http://schemas.openxmlformats.org/drawingml/2006/main">
            <a:off x="8128800" y="1414800"/>
            <a:ext cx="3272400" cy="46512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C1C1E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35" name="Card3Num"/>
          <p:cNvSpPr txBox="1"/>
          <p:nvPr/>
        </p:nvSpPr>
        <p:spPr>
          <a:xfrm xmlns:a="http://schemas.openxmlformats.org/drawingml/2006/main">
            <a:off x="8524800" y="1810800"/>
            <a:ext cx="2480400" cy="666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400" b="1">
                <a:solidFill>
                  <a:srgbClr val="0B5FFF"/>
                </a:solidFill>
                <a:latin typeface="Arial"/>
                <a:ea typeface="Arial"/>
              </a:rPr>
              <a:t>03</a:t>
            </a:r>
          </a:p>
        </p:txBody>
      </p:sp>
      <p:sp>
        <p:nvSpPr>
          <p:cNvPr id="100036" name="Card3Title"/>
          <p:cNvSpPr txBox="1"/>
          <p:nvPr/>
        </p:nvSpPr>
        <p:spPr>
          <a:xfrm xmlns:a="http://schemas.openxmlformats.org/drawingml/2006/main">
            <a:off x="8524800" y="2696400"/>
            <a:ext cx="2480400" cy="77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600" b="1">
                <a:solidFill>
                  <a:srgbClr val="F5F5F7"/>
                </a:solidFill>
                <a:latin typeface="Arial"/>
                <a:ea typeface="Arial"/>
              </a:rPr>
              <a:t>Agent-safe</a:t>
            </a:r>
          </a:p>
        </p:txBody>
      </p:sp>
      <p:sp>
        <p:nvSpPr>
          <p:cNvPr id="100037" name="Card3Body"/>
          <p:cNvSpPr txBox="1"/>
          <p:nvPr/>
        </p:nvSpPr>
        <p:spPr>
          <a:xfrm xmlns:a="http://schemas.openxmlformats.org/drawingml/2006/main">
            <a:off x="8524800" y="3693600"/>
            <a:ext cx="2480400" cy="946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800" b="0">
                <a:solidFill>
                  <a:srgbClr val="A0A6B0"/>
                </a:solidFill>
                <a:latin typeface="Arial"/>
                <a:ea typeface="Arial"/>
              </a:rPr>
              <a:t>Claude, Codex, Grok. Install only after you say yes.</a:t>
            </a:r>
          </a:p>
        </p:txBody>
      </p:sp>
    </p:spTree>
  </p:cSld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1000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" presetID="10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1000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30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00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00000"/>
        </a:solidFill>
      </p:bgPr>
    </p:bg>
    <p:spTree>
      <p:nvGrpSpPr>
        <p:cNvPr id="1" name=""/>
        <p:cNvGrpSpPr/>
        <p:nvPr/>
      </p:nvGrpSpPr>
      <p:grpSpPr/>
      <p:sp>
        <p:nvSpPr>
          <p:cNvPr id="100038" name="PillarTitle"/>
          <p:cNvSpPr txBox="1"/>
          <p:nvPr/>
        </p:nvSpPr>
        <p:spPr>
          <a:xfrm xmlns:a="http://schemas.openxmlformats.org/drawingml/2006/main">
            <a:off x="792000" y="435600"/>
            <a:ext cx="10609200" cy="558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600" b="1">
                <a:solidFill>
                  <a:srgbClr val="F5F5F7"/>
                </a:solidFill>
                <a:latin typeface="Arial"/>
                <a:ea typeface="Arial"/>
              </a:rPr>
              <a:t>Two backends, one contract</a:t>
            </a:r>
          </a:p>
        </p:txBody>
      </p:sp>
      <p:sp>
        <p:nvSpPr>
          <p:cNvPr id="100039" name="Pillar1"/>
          <p:cNvSpPr/>
          <p:nvPr/>
        </p:nvSpPr>
        <p:spPr>
          <a:xfrm xmlns:a="http://schemas.openxmlformats.org/drawingml/2006/main">
            <a:off x="792000" y="1800000"/>
            <a:ext cx="3416400" cy="414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0B5FFF"/>
          </a:solidFill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/>
            <a:r>
              <a:rPr lang="en-US" sz="2400" b="1">
                <a:solidFill>
                  <a:srgbClr val="FFFFFF"/>
                </a:solidFill>
                <a:latin typeface="Arial"/>
                <a:ea typeface="Arial"/>
              </a:rPr>
              <a:t>Legacy</a:t>
            </a:r>
          </a:p>
          <a:p xmlns:a="http://schemas.openxmlformats.org/drawingml/2006/main">
            <a:pPr algn="ctr"/>
            <a:r>
              <a:rPr lang="en-US" sz="2400" b="1">
                <a:solidFill>
                  <a:srgbClr val="FFFFFF"/>
                </a:solidFill>
                <a:latin typeface="Arial"/>
                <a:ea typeface="Arial"/>
              </a:rPr>
              <a:t/>
            </a:r>
          </a:p>
          <a:p xmlns:a="http://schemas.openxmlformats.org/drawingml/2006/main">
            <a:pPr algn="ctr"/>
            <a:r>
              <a:rPr lang="en-US" sz="2400" b="1">
                <a:solidFill>
                  <a:srgbClr val="FFFFFF"/>
                </a:solidFill>
                <a:latin typeface="Arial"/>
                <a:ea typeface="Arial"/>
              </a:rPr>
              <a:t>Shape-level batch for DESIGN.md-exact decks</a:t>
            </a:r>
          </a:p>
        </p:txBody>
      </p:sp>
      <p:sp>
        <p:nvSpPr>
          <p:cNvPr id="100040" name="Pillar2"/>
          <p:cNvSpPr/>
          <p:nvPr/>
        </p:nvSpPr>
        <p:spPr>
          <a:xfrm xmlns:a="http://schemas.openxmlformats.org/drawingml/2006/main">
            <a:off x="4388400" y="1944000"/>
            <a:ext cx="3416400" cy="3996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C1C1E"/>
          </a:solidFill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/>
            <a:r>
              <a:rPr lang="en-US" sz="2400" b="1">
                <a:solidFill>
                  <a:srgbClr val="F5F5F7"/>
                </a:solidFill>
                <a:latin typeface="Arial"/>
                <a:ea typeface="Arial"/>
              </a:rPr>
              <a:t>Official</a:t>
            </a:r>
          </a:p>
          <a:p xmlns:a="http://schemas.openxmlformats.org/drawingml/2006/main">
            <a:pPr algn="ctr"/>
            <a:r>
              <a:rPr lang="en-US" sz="2400" b="1">
                <a:solidFill>
                  <a:srgbClr val="F5F5F7"/>
                </a:solidFill>
                <a:latin typeface="Arial"/>
                <a:ea typeface="Arial"/>
              </a:rPr>
              <a:t/>
            </a:r>
          </a:p>
          <a:p xmlns:a="http://schemas.openxmlformats.org/drawingml/2006/main">
            <a:pPr algn="ctr"/>
            <a:r>
              <a:rPr lang="en-US" sz="2400" b="1">
                <a:solidFill>
                  <a:srgbClr val="F5F5F7"/>
                </a:solidFill>
                <a:latin typeface="Arial"/>
                <a:ea typeface="Arial"/>
              </a:rPr>
              <a:t>Agent-bridge drafts via office.render</a:t>
            </a:r>
          </a:p>
        </p:txBody>
      </p:sp>
      <p:sp>
        <p:nvSpPr>
          <p:cNvPr id="100041" name="Pillar3"/>
          <p:cNvSpPr/>
          <p:nvPr/>
        </p:nvSpPr>
        <p:spPr>
          <a:xfrm xmlns:a="http://schemas.openxmlformats.org/drawingml/2006/main">
            <a:off x="7984800" y="2088000"/>
            <a:ext cx="3416400" cy="3852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C1C1E"/>
          </a:solidFill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/>
            <a:r>
              <a:rPr lang="en-US" sz="2400" b="1">
                <a:solidFill>
                  <a:srgbClr val="F5F5F7"/>
                </a:solidFill>
                <a:latin typeface="Arial"/>
                <a:ea typeface="Arial"/>
              </a:rPr>
              <a:t>Offline</a:t>
            </a:r>
          </a:p>
          <a:p xmlns:a="http://schemas.openxmlformats.org/drawingml/2006/main">
            <a:pPr algn="ctr"/>
            <a:r>
              <a:rPr lang="en-US" sz="2400" b="1">
                <a:solidFill>
                  <a:srgbClr val="F5F5F7"/>
                </a:solidFill>
                <a:latin typeface="Arial"/>
                <a:ea typeface="Arial"/>
              </a:rPr>
              <a:t/>
            </a:r>
          </a:p>
          <a:p xmlns:a="http://schemas.openxmlformats.org/drawingml/2006/main">
            <a:pPr algn="ctr"/>
            <a:r>
              <a:rPr lang="en-US" sz="2400" b="1">
                <a:solidFill>
                  <a:srgbClr val="F5F5F7"/>
                </a:solidFill>
                <a:latin typeface="Arial"/>
                <a:ea typeface="Arial"/>
              </a:rPr>
              <a:t>Compose, a11y, refine, animate without a binary</a:t>
            </a:r>
          </a:p>
        </p:txBody>
      </p:sp>
    </p:spTree>
  </p:cSld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1000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" presetID="10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1000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30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00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00000"/>
        </a:solidFill>
      </p:bgPr>
    </p:bg>
    <p:spTree>
      <p:nvGrpSpPr>
        <p:cNvPr id="1" name=""/>
        <p:cNvGrpSpPr/>
        <p:nvPr/>
      </p:nvGrpSpPr>
      <p:grpSpPr/>
      <p:sp>
        <p:nvSpPr>
          <p:cNvPr id="100042" name="StairsTitle"/>
          <p:cNvSpPr txBox="1"/>
          <p:nvPr/>
        </p:nvSpPr>
        <p:spPr>
          <a:xfrm xmlns:a="http://schemas.openxmlformats.org/drawingml/2006/main">
            <a:off x="792000" y="435600"/>
            <a:ext cx="10609200" cy="558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600" b="1">
                <a:solidFill>
                  <a:srgbClr val="F5F5F7"/>
                </a:solidFill>
                <a:latin typeface="Arial"/>
                <a:ea typeface="Arial"/>
              </a:rPr>
              <a:t>Quality is a staircase</a:t>
            </a:r>
          </a:p>
        </p:txBody>
      </p:sp>
      <p:sp>
        <p:nvSpPr>
          <p:cNvPr id="100043" name="Stair1"/>
          <p:cNvSpPr/>
          <p:nvPr/>
        </p:nvSpPr>
        <p:spPr>
          <a:xfrm xmlns:a="http://schemas.openxmlformats.org/drawingml/2006/main">
            <a:off x="835200" y="4680000"/>
            <a:ext cx="2034000" cy="1368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C1C1E"/>
          </a:solidFill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/>
            <a:r>
              <a:rPr lang="en-US" sz="1800" b="1">
                <a:solidFill>
                  <a:srgbClr val="F5F5F7"/>
                </a:solidFill>
                <a:latin typeface="Arial"/>
                <a:ea typeface="Arial"/>
              </a:rPr>
              <a:t>1</a:t>
            </a:r>
          </a:p>
          <a:p xmlns:a="http://schemas.openxmlformats.org/drawingml/2006/main">
            <a:pPr algn="ctr"/>
            <a:r>
              <a:rPr lang="en-US" sz="1800" b="1">
                <a:solidFill>
                  <a:srgbClr val="F5F5F7"/>
                </a:solidFill>
                <a:latin typeface="Arial"/>
                <a:ea typeface="Arial"/>
              </a:rPr>
              <a:t>Tokens</a:t>
            </a:r>
          </a:p>
          <a:p xmlns:a="http://schemas.openxmlformats.org/drawingml/2006/main">
            <a:pPr algn="ctr"/>
            <a:r>
              <a:rPr lang="en-US" sz="1800" b="1">
                <a:solidFill>
                  <a:srgbClr val="F5F5F7"/>
                </a:solidFill>
                <a:latin typeface="Arial"/>
                <a:ea typeface="Arial"/>
              </a:rPr>
              <a:t>Brand floors</a:t>
            </a:r>
          </a:p>
        </p:txBody>
      </p:sp>
      <p:sp>
        <p:nvSpPr>
          <p:cNvPr id="100044" name="Stair2"/>
          <p:cNvSpPr/>
          <p:nvPr/>
        </p:nvSpPr>
        <p:spPr>
          <a:xfrm xmlns:a="http://schemas.openxmlformats.org/drawingml/2006/main">
            <a:off x="2955600" y="3852000"/>
            <a:ext cx="2034000" cy="2196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C1C1E"/>
          </a:solidFill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/>
            <a:r>
              <a:rPr lang="en-US" sz="1800" b="1">
                <a:solidFill>
                  <a:srgbClr val="F5F5F7"/>
                </a:solidFill>
                <a:latin typeface="Arial"/>
                <a:ea typeface="Arial"/>
              </a:rPr>
              <a:t>2</a:t>
            </a:r>
          </a:p>
          <a:p xmlns:a="http://schemas.openxmlformats.org/drawingml/2006/main">
            <a:pPr algn="ctr"/>
            <a:r>
              <a:rPr lang="en-US" sz="1800" b="1">
                <a:solidFill>
                  <a:srgbClr val="F5F5F7"/>
                </a:solidFill>
                <a:latin typeface="Arial"/>
                <a:ea typeface="Arial"/>
              </a:rPr>
              <a:t>Fit</a:t>
            </a:r>
          </a:p>
          <a:p xmlns:a="http://schemas.openxmlformats.org/drawingml/2006/main">
            <a:pPr algn="ctr"/>
            <a:r>
              <a:rPr lang="en-US" sz="1800" b="1">
                <a:solidFill>
                  <a:srgbClr val="F5F5F7"/>
                </a:solidFill>
                <a:latin typeface="Arial"/>
                <a:ea typeface="Arial"/>
              </a:rPr>
              <a:t>CJK budgets</a:t>
            </a:r>
          </a:p>
        </p:txBody>
      </p:sp>
      <p:sp>
        <p:nvSpPr>
          <p:cNvPr id="100045" name="Stair3"/>
          <p:cNvSpPr/>
          <p:nvPr/>
        </p:nvSpPr>
        <p:spPr>
          <a:xfrm xmlns:a="http://schemas.openxmlformats.org/drawingml/2006/main">
            <a:off x="5079600" y="3024000"/>
            <a:ext cx="2034000" cy="3024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C1C1E"/>
          </a:solidFill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/>
            <a:r>
              <a:rPr lang="en-US" sz="1800" b="1">
                <a:solidFill>
                  <a:srgbClr val="F5F5F7"/>
                </a:solidFill>
                <a:latin typeface="Arial"/>
                <a:ea typeface="Arial"/>
              </a:rPr>
              <a:t>3</a:t>
            </a:r>
          </a:p>
          <a:p xmlns:a="http://schemas.openxmlformats.org/drawingml/2006/main">
            <a:pPr algn="ctr"/>
            <a:r>
              <a:rPr lang="en-US" sz="1800" b="1">
                <a:solidFill>
                  <a:srgbClr val="F5F5F7"/>
                </a:solidFill>
                <a:latin typeface="Arial"/>
                <a:ea typeface="Arial"/>
              </a:rPr>
              <a:t>Issues</a:t>
            </a:r>
          </a:p>
          <a:p xmlns:a="http://schemas.openxmlformats.org/drawingml/2006/main">
            <a:pPr algn="ctr"/>
            <a:r>
              <a:rPr lang="en-US" sz="1800" b="1">
                <a:solidFill>
                  <a:srgbClr val="F5F5F7"/>
                </a:solidFill>
                <a:latin typeface="Arial"/>
                <a:ea typeface="Arial"/>
              </a:rPr>
              <a:t>Overlap gate</a:t>
            </a:r>
          </a:p>
        </p:txBody>
      </p:sp>
      <p:sp>
        <p:nvSpPr>
          <p:cNvPr id="100046" name="Stair4"/>
          <p:cNvSpPr/>
          <p:nvPr/>
        </p:nvSpPr>
        <p:spPr>
          <a:xfrm xmlns:a="http://schemas.openxmlformats.org/drawingml/2006/main">
            <a:off x="7200000" y="2196000"/>
            <a:ext cx="2034000" cy="3852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C1C1E"/>
          </a:solidFill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/>
            <a:r>
              <a:rPr lang="en-US" sz="1800" b="1">
                <a:solidFill>
                  <a:srgbClr val="F5F5F7"/>
                </a:solidFill>
                <a:latin typeface="Arial"/>
                <a:ea typeface="Arial"/>
              </a:rPr>
              <a:t>4</a:t>
            </a:r>
          </a:p>
          <a:p xmlns:a="http://schemas.openxmlformats.org/drawingml/2006/main">
            <a:pPr algn="ctr"/>
            <a:r>
              <a:rPr lang="en-US" sz="1800" b="1">
                <a:solidFill>
                  <a:srgbClr val="F5F5F7"/>
                </a:solidFill>
                <a:latin typeface="Arial"/>
                <a:ea typeface="Arial"/>
              </a:rPr>
              <a:t>Gate 3</a:t>
            </a:r>
          </a:p>
          <a:p xmlns:a="http://schemas.openxmlformats.org/drawingml/2006/main">
            <a:pPr algn="ctr"/>
            <a:r>
              <a:rPr lang="en-US" sz="1800" b="1">
                <a:solidFill>
                  <a:srgbClr val="F5F5F7"/>
                </a:solidFill>
                <a:latin typeface="Arial"/>
                <a:ea typeface="Arial"/>
              </a:rPr>
              <a:t>Contact sheet</a:t>
            </a:r>
          </a:p>
        </p:txBody>
      </p:sp>
      <p:sp>
        <p:nvSpPr>
          <p:cNvPr id="100047" name="Stair5"/>
          <p:cNvSpPr/>
          <p:nvPr/>
        </p:nvSpPr>
        <p:spPr>
          <a:xfrm xmlns:a="http://schemas.openxmlformats.org/drawingml/2006/main">
            <a:off x="9324000" y="1368000"/>
            <a:ext cx="2034000" cy="468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0B5FFF"/>
          </a:solidFill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/>
            <a:r>
              <a:rPr lang="en-US" sz="1800" b="1">
                <a:solidFill>
                  <a:srgbClr val="FFFFFF"/>
                </a:solidFill>
                <a:latin typeface="Arial"/>
                <a:ea typeface="Arial"/>
              </a:rPr>
              <a:t>5</a:t>
            </a:r>
          </a:p>
          <a:p xmlns:a="http://schemas.openxmlformats.org/drawingml/2006/main">
            <a:pPr algn="ctr"/>
            <a:r>
              <a:rPr lang="en-US" sz="1800" b="1">
                <a:solidFill>
                  <a:srgbClr val="FFFFFF"/>
                </a:solidFill>
                <a:latin typeface="Arial"/>
                <a:ea typeface="Arial"/>
              </a:rPr>
              <a:t>Ship</a:t>
            </a:r>
          </a:p>
          <a:p xmlns:a="http://schemas.openxmlformats.org/drawingml/2006/main">
            <a:pPr algn="ctr"/>
            <a:r>
              <a:rPr lang="en-US" sz="1800" b="1">
                <a:solidFill>
                  <a:srgbClr val="FFFFFF"/>
                </a:solidFill>
                <a:latin typeface="Arial"/>
                <a:ea typeface="Arial"/>
              </a:rPr>
              <a:t>Human check</a:t>
            </a:r>
          </a:p>
        </p:txBody>
      </p:sp>
    </p:spTree>
  </p:cSld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1000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" presetID="10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1000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30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00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000000"/>
        </a:solidFill>
      </p:bgPr>
    </p:bg>
    <p:spTree>
      <p:nvGrpSpPr>
        <p:cNvPr id="1" name=""/>
        <p:cNvGrpSpPr/>
        <p:nvPr/>
      </p:nvGrpSpPr>
      <p:grpSpPr/>
      <p:sp>
        <p:nvSpPr>
          <p:cNvPr id="100048" name="CheckTitle"/>
          <p:cNvSpPr txBox="1"/>
          <p:nvPr/>
        </p:nvSpPr>
        <p:spPr>
          <a:xfrm xmlns:a="http://schemas.openxmlformats.org/drawingml/2006/main">
            <a:off x="792000" y="435600"/>
            <a:ext cx="10609200" cy="558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600" b="1">
                <a:solidFill>
                  <a:srgbClr val="F5F5F7"/>
                </a:solidFill>
                <a:latin typeface="Arial"/>
                <a:ea typeface="Arial"/>
              </a:rPr>
              <a:t>Hard rules we keep</a:t>
            </a:r>
          </a:p>
        </p:txBody>
      </p:sp>
      <p:sp>
        <p:nvSpPr>
          <p:cNvPr id="100049" name="CheckRow1"/>
          <p:cNvSpPr/>
          <p:nvPr/>
        </p:nvSpPr>
        <p:spPr>
          <a:xfrm xmlns:a="http://schemas.openxmlformats.org/drawingml/2006/main">
            <a:off x="792000" y="1296000"/>
            <a:ext cx="10609200" cy="63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C1C1E"/>
          </a:solidFill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r>
              <a:rPr lang="en-US" sz="1800" b="0">
                <a:solidFill>
                  <a:srgbClr val="F5F5F7"/>
                </a:solidFill>
                <a:latin typeface="Arial"/>
                <a:ea typeface="Arial"/>
              </a:rPr>
              <a:t>✓  Title ≥ 36pt · body ≥ 18pt</a:t>
            </a:r>
          </a:p>
        </p:txBody>
      </p:sp>
      <p:sp>
        <p:nvSpPr>
          <p:cNvPr id="100050" name="CheckRow2"/>
          <p:cNvSpPr/>
          <p:nvPr/>
        </p:nvSpPr>
        <p:spPr>
          <a:xfrm xmlns:a="http://schemas.openxmlformats.org/drawingml/2006/main">
            <a:off x="792000" y="1980000"/>
            <a:ext cx="10609200" cy="63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C1C1E"/>
          </a:solidFill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r>
              <a:rPr lang="en-US" sz="1800" b="0">
                <a:solidFill>
                  <a:srgbClr val="F5F5F7"/>
                </a:solidFill>
                <a:latin typeface="Arial"/>
                <a:ea typeface="Arial"/>
              </a:rPr>
              <a:t>✓  Never shrink fonts to fit — split or cut</a:t>
            </a:r>
          </a:p>
        </p:txBody>
      </p:sp>
      <p:sp>
        <p:nvSpPr>
          <p:cNvPr id="100051" name="CheckRow3"/>
          <p:cNvSpPr/>
          <p:nvPr/>
        </p:nvSpPr>
        <p:spPr>
          <a:xfrm xmlns:a="http://schemas.openxmlformats.org/drawingml/2006/main">
            <a:off x="792000" y="2664000"/>
            <a:ext cx="10609200" cy="63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C1C1E"/>
          </a:solidFill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r>
              <a:rPr lang="en-US" sz="1800" b="0">
                <a:solidFill>
                  <a:srgbClr val="F5F5F7"/>
                </a:solidFill>
                <a:latin typeface="Arial"/>
                <a:ea typeface="Arial"/>
              </a:rPr>
              <a:t>✓  Overwrite only with --force</a:t>
            </a:r>
          </a:p>
        </p:txBody>
      </p:sp>
      <p:sp>
        <p:nvSpPr>
          <p:cNvPr id="100052" name="CheckRow4"/>
          <p:cNvSpPr/>
          <p:nvPr/>
        </p:nvSpPr>
        <p:spPr>
          <a:xfrm xmlns:a="http://schemas.openxmlformats.org/drawingml/2006/main">
            <a:off x="792000" y="3348000"/>
            <a:ext cx="10609200" cy="63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C1C1E"/>
          </a:solidFill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r>
              <a:rPr lang="en-US" sz="1800" b="0">
                <a:solidFill>
                  <a:srgbClr val="F5F5F7"/>
                </a:solidFill>
                <a:latin typeface="Arial"/>
                <a:ea typeface="Arial"/>
              </a:rPr>
              <a:t>✓  Finish apply with --screenshot</a:t>
            </a:r>
          </a:p>
        </p:txBody>
      </p:sp>
      <p:sp>
        <p:nvSpPr>
          <p:cNvPr id="100053" name="CheckRow5"/>
          <p:cNvSpPr/>
          <p:nvPr/>
        </p:nvSpPr>
        <p:spPr>
          <a:xfrm xmlns:a="http://schemas.openxmlformats.org/drawingml/2006/main">
            <a:off x="792000" y="4032000"/>
            <a:ext cx="10609200" cy="63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C1C1E"/>
          </a:solidFill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r>
              <a:rPr lang="en-US" sz="1800" b="0">
                <a:solidFill>
                  <a:srgbClr val="F5F5F7"/>
                </a:solidFill>
                <a:latin typeface="Arial"/>
                <a:ea typeface="Arial"/>
              </a:rPr>
              <a:t>✓  Ask before installing OfficeCLI</a:t>
            </a:r>
          </a:p>
        </p:txBody>
      </p:sp>
    </p:spTree>
  </p:cSld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1000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" presetID="10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1000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30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00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000000"/>
        </a:solidFill>
      </p:bgPr>
    </p:bg>
    <p:spTree>
      <p:nvGrpSpPr>
        <p:cNvPr id="1" name=""/>
        <p:cNvGrpSpPr/>
        <p:nvPr/>
      </p:nvGrpSpPr>
      <p:grpSpPr/>
      <p:sp>
        <p:nvSpPr>
          <p:cNvPr id="100054" name="CloseTitle"/>
          <p:cNvSpPr txBox="1"/>
          <p:nvPr/>
        </p:nvSpPr>
        <p:spPr>
          <a:xfrm xmlns:a="http://schemas.openxmlformats.org/drawingml/2006/main">
            <a:off x="792000" y="1796400"/>
            <a:ext cx="10609200" cy="936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lang="en-US" sz="4400" b="1">
                <a:solidFill>
                  <a:srgbClr val="F5F5F7"/>
                </a:solidFill>
                <a:latin typeface="Arial"/>
                <a:ea typeface="Arial"/>
              </a:rPr>
              <a:t>Start with the brand file</a:t>
            </a:r>
          </a:p>
        </p:txBody>
      </p:sp>
      <p:sp>
        <p:nvSpPr>
          <p:cNvPr id="100055" name="CloseBody"/>
          <p:cNvSpPr txBox="1"/>
          <p:nvPr/>
        </p:nvSpPr>
        <p:spPr>
          <a:xfrm xmlns:a="http://schemas.openxmlformats.org/drawingml/2006/main">
            <a:off x="1188000" y="2952000"/>
            <a:ext cx="9817200" cy="72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lang="en-US" sz="1800">
                <a:solidFill>
                  <a:srgbClr val="A0A6B0"/>
                </a:solidFill>
                <a:latin typeface="Arial"/>
                <a:ea typeface="Arial"/>
              </a:rPr>
              <a:t>doctor --ensure · compose a brief · scaffold · apply --screenshot</a:t>
            </a:r>
          </a:p>
        </p:txBody>
      </p:sp>
      <p:sp>
        <p:nvSpPr>
          <p:cNvPr id="100056" name="CloseCta"/>
          <p:cNvSpPr/>
          <p:nvPr/>
        </p:nvSpPr>
        <p:spPr>
          <a:xfrm xmlns:a="http://schemas.openxmlformats.org/drawingml/2006/main">
            <a:off x="4294800" y="4068000"/>
            <a:ext cx="3600000" cy="612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0B5FFF"/>
          </a:solidFill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/>
            <a:r>
              <a:rPr lang="en-US" sz="1800" b="1">
                <a:solidFill>
                  <a:srgbClr val="FFFFFF"/>
                </a:solidFill>
                <a:latin typeface="Arial"/>
                <a:ea typeface="Arial"/>
              </a:rPr>
              <a:t>doctor --ensure</a:t>
            </a:r>
          </a:p>
        </p:txBody>
      </p:sp>
    </p:spTree>
  </p:cSld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1000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" presetID="10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1000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30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00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>
          <a:solidFill>
            <a:schemeClr val="phClr"/>
          </a:solidFill>
        </a:ln>
        <a:ln w="12700" cap="flat">
          <a:solidFill>
            <a:schemeClr val="phClr"/>
          </a:solidFill>
        </a:ln>
        <a:ln w="19050" cap="flat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ap:Properties xmlns:ap="http://schemas.openxmlformats.org/officeDocument/2006/extended-properties">
  <ap:Application>OfficeCLI/1.0.136</ap:Application>
</ap: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creator>OfficeCLI</dc:creator>
  <dcterms:created xsi:type="dcterms:W3CDTF">2026-07-15T01:58:11Z</dcterms:created>
  <cp:lastModifiedBy>OfficeCLI</cp:lastModifiedBy>
  <dcterms:modified xsi:type="dcterms:W3CDTF">2026-07-15T01:58:11Z</dcterms:modified>
</cp:coreProperties>
</file>

<file path=docProps/custom.xml><?xml version="1.0" encoding="utf-8"?>
<op:Properties xmlns:op="http://schemas.openxmlformats.org/officeDocument/2006/custom-properties">
  <op:property fmtid="{D5CDD505-2E9C-101B-9397-08002B2CF9AE}" pid="2" name="OfficeCLI.Version">
    <vt:lpwstr xmlns:vt="http://schemas.openxmlformats.org/officeDocument/2006/docPropsVTypes">1.0.136</vt:lpwstr>
  </op:property>
  <op:property fmtid="{D5CDD505-2E9C-101B-9397-08002B2CF9AE}" pid="3" name="OfficeCLI.LastModified">
    <vt:lpwstr xmlns:vt="http://schemas.openxmlformats.org/officeDocument/2006/docPropsVTypes">2026-07-15T01:58:13Z</vt:lpwstr>
  </op:property>
</op:Properties>
</file>