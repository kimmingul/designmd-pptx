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94da9fee74a4c55" /><Relationship Type="http://schemas.openxmlformats.org/package/2006/relationships/metadata/core-properties" Target="/docProps/core.xml" Id="Rd85c6805300641cd" /><Relationship Type="http://schemas.openxmlformats.org/officeDocument/2006/relationships/extended-properties" Target="/docProps/app.xml" Id="R6b4af03f33a146a7" /><Relationship Type="http://schemas.openxmlformats.org/officeDocument/2006/relationships/custom-properties" Target="/docProps/custom.xml" Id="R10b35773ec3844d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69c6e182ed0a4d0b"/>
    <p:sldId id="257" r:id="Rc153ca1fc2274570"/>
    <p:sldId id="258" r:id="Ra0f1d6a0acf7476c"/>
    <p:sldId id="259" r:id="R270c96efc2244cd7"/>
    <p:sldId id="260" r:id="R30d1644b2f0b4db0"/>
    <p:sldId id="261" r:id="R1df8e731dd134146"/>
    <p:sldId id="262" r:id="Raa271145f4b84f78"/>
    <p:sldId id="263" r:id="R21ed5e3909484aa7"/>
    <p:sldId id="264" r:id="Rdeaf4a61ce61432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9c6e182ed0a4d0b" /><Relationship Type="http://schemas.openxmlformats.org/officeDocument/2006/relationships/slide" Target="/ppt/slides/slide2.xml" Id="Rc153ca1fc2274570" /><Relationship Type="http://schemas.openxmlformats.org/officeDocument/2006/relationships/slide" Target="/ppt/slides/slide3.xml" Id="Ra0f1d6a0acf7476c" /><Relationship Type="http://schemas.openxmlformats.org/officeDocument/2006/relationships/slide" Target="/ppt/slides/slide4.xml" Id="R270c96efc2244cd7" /><Relationship Type="http://schemas.openxmlformats.org/officeDocument/2006/relationships/slide" Target="/ppt/slides/slide5.xml" Id="R30d1644b2f0b4db0" /><Relationship Type="http://schemas.openxmlformats.org/officeDocument/2006/relationships/slide" Target="/ppt/slides/slide6.xml" Id="R1df8e731dd134146" /><Relationship Type="http://schemas.openxmlformats.org/officeDocument/2006/relationships/slide" Target="/ppt/slides/slide7.xml" Id="Raa271145f4b84f78" /><Relationship Type="http://schemas.openxmlformats.org/officeDocument/2006/relationships/slide" Target="/ppt/slides/slide8.xml" Id="R21ed5e3909484aa7" /><Relationship Type="http://schemas.openxmlformats.org/officeDocument/2006/relationships/slide" Target="/ppt/slides/slide9.xml" Id="Rdeaf4a61ce6143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contract is the brand file — not the agent improvising layout.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steps, one owner each. Gate 3 is not optional for ship.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 per step.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218628ea144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dd753c1c2b45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690c0a22d4d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906520e04741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63eaeebaf84b3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696af9e627e5407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0081643c44f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04ffa5a734e63" /><Relationship Type="http://schemas.openxmlformats.org/officeDocument/2006/relationships/notesSlide" Target="/ppt/notesSlides/notesSlide1.xml" Id="Rffbb3187547f47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db50ce0c84333" /><Relationship Type="http://schemas.openxmlformats.org/officeDocument/2006/relationships/notesSlide" Target="/ppt/notesSlides/notesSlide2.xml" Id="R1d2aa6e37bcc48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bff5dfdec4449" /><Relationship Type="http://schemas.openxmlformats.org/officeDocument/2006/relationships/notesSlide" Target="/ppt/notesSlides/notesSlide3.xml" Id="Rbaaca26a69bf4a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90fa256e64f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5e441bcdb441f" /><Relationship Type="http://schemas.openxmlformats.org/officeDocument/2006/relationships/notesSlide" Target="/ppt/notesSlides/notesSlide4.xml" Id="Raa01b5a481ca49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54c433f024c36" /><Relationship Type="http://schemas.openxmlformats.org/officeDocument/2006/relationships/notesSlide" Target="/ppt/notesSlides/notesSlide5.xml" Id="R275e9df35d2e4e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3a08ba08b421b" /><Relationship Type="http://schemas.openxmlformats.org/officeDocument/2006/relationships/notesSlide" Target="/ppt/notesSlides/notesSlide6.xml" Id="Rdc0ef286b5754e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467f4407d4d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PowerPoint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Flagship intro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368000"/>
            <a:ext cx="10609200" cy="25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41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512000" y="4824000"/>
            <a:ext cx="91692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and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260000"/>
            <a:ext cx="5212800" cy="49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972000" y="1440000"/>
            <a:ext cx="48528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Without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972000" y="2088000"/>
            <a:ext cx="4852800" cy="37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Hand-built decks drift from brand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184800" y="1260000"/>
            <a:ext cx="5212800" cy="49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364800" y="1440000"/>
            <a:ext cx="4852800" cy="5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With designmd-pptx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364800" y="2088000"/>
            <a:ext cx="4852800" cy="37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Compiled tokens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 catalog with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5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320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you get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18400"/>
            <a:ext cx="3272400" cy="507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solidFill>
              <a:srgbClr val="3A3A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Accent"/>
          <p:cNvSpPr/>
          <p:nvPr/>
        </p:nvSpPr>
        <p:spPr>
          <a:xfrm xmlns:a="http://schemas.openxmlformats.org/drawingml/2006/main">
            <a:off x="792000" y="1418400"/>
            <a:ext cx="3272400" cy="6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008000" y="1843200"/>
            <a:ext cx="2840400" cy="97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Precise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008000" y="3002400"/>
            <a:ext cx="2840400" cy="3279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Shape-level apply from recipes — cm layout, connectors, brand fonts and floors.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18400"/>
            <a:ext cx="3272400" cy="507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solidFill>
              <a:srgbClr val="3A3A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Accent"/>
          <p:cNvSpPr/>
          <p:nvPr/>
        </p:nvSpPr>
        <p:spPr>
          <a:xfrm xmlns:a="http://schemas.openxmlformats.org/drawingml/2006/main">
            <a:off x="4460400" y="1418400"/>
            <a:ext cx="3272400" cy="6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676400" y="1843200"/>
            <a:ext cx="2840400" cy="53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Quality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676400" y="2556000"/>
            <a:ext cx="2840400" cy="372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Text budgets, contrast, staging issues, and Gate 3 screenshots before delivery.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18400"/>
            <a:ext cx="3272400" cy="5079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solidFill>
              <a:srgbClr val="3A3A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Accent"/>
          <p:cNvSpPr/>
          <p:nvPr/>
        </p:nvSpPr>
        <p:spPr>
          <a:xfrm xmlns:a="http://schemas.openxmlformats.org/drawingml/2006/main">
            <a:off x="8128800" y="1418400"/>
            <a:ext cx="3272400" cy="6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344800" y="1843200"/>
            <a:ext cx="2840400" cy="53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Agent-ready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344800" y="2556000"/>
            <a:ext cx="2840400" cy="372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Claude, Codex, and Grok skills. Doctor asks before installing OfficeCLI.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1800000"/>
            <a:ext cx="3416400" cy="41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batch for DESIGN.md-exact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388400" y="1944000"/>
            <a:ext cx="3416400" cy="39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7984800" y="2088000"/>
            <a:ext cx="34164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Stairs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43" name="Stair1"/>
          <p:cNvSpPr/>
          <p:nvPr/>
        </p:nvSpPr>
        <p:spPr>
          <a:xfrm xmlns:a="http://schemas.openxmlformats.org/drawingml/2006/main">
            <a:off x="835200" y="4680000"/>
            <a:ext cx="2034000" cy="13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44" name="Stair2"/>
          <p:cNvSpPr/>
          <p:nvPr/>
        </p:nvSpPr>
        <p:spPr>
          <a:xfrm xmlns:a="http://schemas.openxmlformats.org/drawingml/2006/main">
            <a:off x="2955600" y="3852000"/>
            <a:ext cx="2034000" cy="21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45" name="Stair3"/>
          <p:cNvSpPr/>
          <p:nvPr/>
        </p:nvSpPr>
        <p:spPr>
          <a:xfrm xmlns:a="http://schemas.openxmlformats.org/drawingml/2006/main">
            <a:off x="5079600" y="3024000"/>
            <a:ext cx="2034000" cy="30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46" name="Stair4"/>
          <p:cNvSpPr/>
          <p:nvPr/>
        </p:nvSpPr>
        <p:spPr>
          <a:xfrm xmlns:a="http://schemas.openxmlformats.org/drawingml/2006/main">
            <a:off x="7200000" y="2196000"/>
            <a:ext cx="20340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47" name="Stair5"/>
          <p:cNvSpPr/>
          <p:nvPr/>
        </p:nvSpPr>
        <p:spPr>
          <a:xfrm xmlns:a="http://schemas.openxmlformats.org/drawingml/2006/main">
            <a:off x="9324000" y="1368000"/>
            <a:ext cx="2034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8" name="Check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 we keep</a:t>
            </a:r>
          </a:p>
        </p:txBody>
      </p:sp>
      <p:sp>
        <p:nvSpPr>
          <p:cNvPr id="100049" name="CheckRow1"/>
          <p:cNvSpPr/>
          <p:nvPr/>
        </p:nvSpPr>
        <p:spPr>
          <a:xfrm xmlns:a="http://schemas.openxmlformats.org/drawingml/2006/main">
            <a:off x="792000" y="1296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0" name="CheckRow2"/>
          <p:cNvSpPr/>
          <p:nvPr/>
        </p:nvSpPr>
        <p:spPr>
          <a:xfrm xmlns:a="http://schemas.openxmlformats.org/drawingml/2006/main">
            <a:off x="792000" y="1980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1" name="CheckRow3"/>
          <p:cNvSpPr/>
          <p:nvPr/>
        </p:nvSpPr>
        <p:spPr>
          <a:xfrm xmlns:a="http://schemas.openxmlformats.org/drawingml/2006/main">
            <a:off x="792000" y="2664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52" name="CheckRow4"/>
          <p:cNvSpPr/>
          <p:nvPr/>
        </p:nvSpPr>
        <p:spPr>
          <a:xfrm xmlns:a="http://schemas.openxmlformats.org/drawingml/2006/main">
            <a:off x="792000" y="3348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  <p:sp>
        <p:nvSpPr>
          <p:cNvPr id="100053" name="CheckRow5"/>
          <p:cNvSpPr/>
          <p:nvPr/>
        </p:nvSpPr>
        <p:spPr>
          <a:xfrm xmlns:a="http://schemas.openxmlformats.org/drawingml/2006/main">
            <a:off x="792000" y="4032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Ask before installing OfficeCLI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4" name="CloseTitle"/>
          <p:cNvSpPr txBox="1"/>
          <p:nvPr/>
        </p:nvSpPr>
        <p:spPr>
          <a:xfrm xmlns:a="http://schemas.openxmlformats.org/drawingml/2006/main">
            <a:off x="792000" y="1872000"/>
            <a:ext cx="106092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55" name="CloseBody"/>
          <p:cNvSpPr txBox="1"/>
          <p:nvPr/>
        </p:nvSpPr>
        <p:spPr>
          <a:xfrm xmlns:a="http://schemas.openxmlformats.org/drawingml/2006/main">
            <a:off x="1512000" y="3024000"/>
            <a:ext cx="9169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a brief · scaffold · apply --screenshot</a:t>
            </a:r>
          </a:p>
        </p:txBody>
      </p:sp>
      <p:sp>
        <p:nvSpPr>
          <p:cNvPr id="100056" name="CloseCta"/>
          <p:cNvSpPr/>
          <p:nvPr/>
        </p:nvSpPr>
        <p:spPr>
          <a:xfrm xmlns:a="http://schemas.openxmlformats.org/drawingml/2006/main">
            <a:off x="4294800" y="4248000"/>
            <a:ext cx="3600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2026-07-15T01:05:41Z</dcterms:created>
  <cp:lastModifiedBy>OfficeCLI</cp:lastModifiedBy>
  <dcterms:modified xsi:type="dcterms:W3CDTF">2026-07-15T01:05:41Z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2026-07-15T01:05:43Z</vt:lpwstr>
  </op:property>
</op:Properties>
</file>