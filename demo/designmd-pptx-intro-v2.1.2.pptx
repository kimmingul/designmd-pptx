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42e5fa8a19e40b0" /><Relationship Type="http://schemas.openxmlformats.org/package/2006/relationships/metadata/core-properties" Target="/docProps/core.xml" Id="Ra3d6e5b699634f2e" /><Relationship Type="http://schemas.openxmlformats.org/officeDocument/2006/relationships/extended-properties" Target="/docProps/app.xml" Id="Rdb54bbfe9297472a" /><Relationship Type="http://schemas.openxmlformats.org/officeDocument/2006/relationships/custom-properties" Target="/docProps/custom.xml" Id="R7c7cd8bd80034a4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47e615a66ff042fd"/>
    <p:sldId id="257" r:id="Rf28145627ea546cb"/>
    <p:sldId id="258" r:id="R9afb6375128f411a"/>
    <p:sldId id="259" r:id="Rbac8c35491b2455b"/>
    <p:sldId id="260" r:id="Rac90d536fb1e4fe8"/>
    <p:sldId id="261" r:id="R1c1710e4b29c4e4f"/>
    <p:sldId id="262" r:id="Rc63f2729f36a4a09"/>
    <p:sldId id="263" r:id="R5faee808785e4caa"/>
    <p:sldId id="264" r:id="Rb600381596874e3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7e615a66ff042fd" /><Relationship Type="http://schemas.openxmlformats.org/officeDocument/2006/relationships/slide" Target="/ppt/slides/slide2.xml" Id="Rf28145627ea546cb" /><Relationship Type="http://schemas.openxmlformats.org/officeDocument/2006/relationships/slide" Target="/ppt/slides/slide3.xml" Id="R9afb6375128f411a" /><Relationship Type="http://schemas.openxmlformats.org/officeDocument/2006/relationships/slide" Target="/ppt/slides/slide4.xml" Id="Rbac8c35491b2455b" /><Relationship Type="http://schemas.openxmlformats.org/officeDocument/2006/relationships/slide" Target="/ppt/slides/slide5.xml" Id="Rac90d536fb1e4fe8" /><Relationship Type="http://schemas.openxmlformats.org/officeDocument/2006/relationships/slide" Target="/ppt/slides/slide6.xml" Id="R1c1710e4b29c4e4f" /><Relationship Type="http://schemas.openxmlformats.org/officeDocument/2006/relationships/slide" Target="/ppt/slides/slide7.xml" Id="Rc63f2729f36a4a09" /><Relationship Type="http://schemas.openxmlformats.org/officeDocument/2006/relationships/slide" Target="/ppt/slides/slide8.xml" Id="R5faee808785e4caa" /><Relationship Type="http://schemas.openxmlformats.org/officeDocument/2006/relationships/slide" Target="/ppt/slides/slide9.xml" Id="Rb600381596874e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contract is the brand file — not the agent improvising layout.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Five steps, one owner each. Gate 3 is not optional for ship.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Pillars are non-negotiable investments, not initiatives.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 per step.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90b3edb5b48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a34139d93d42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3670e67e14f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42b2bb5ac43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b92224770d4df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4247ac771e14cf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8f978776f4a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05c1aff2674467" /><Relationship Type="http://schemas.openxmlformats.org/officeDocument/2006/relationships/notesSlide" Target="/ppt/notesSlides/notesSlide1.xml" Id="R8579e05cbbcc45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fcc43b48043ec" /><Relationship Type="http://schemas.openxmlformats.org/officeDocument/2006/relationships/notesSlide" Target="/ppt/notesSlides/notesSlide2.xml" Id="Rdaffff69852e4b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40dcb6e344c0b" /><Relationship Type="http://schemas.openxmlformats.org/officeDocument/2006/relationships/notesSlide" Target="/ppt/notesSlides/notesSlide3.xml" Id="Rc02d794c6e854b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3fd5cfc7240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e0c84a01f43d2" /><Relationship Type="http://schemas.openxmlformats.org/officeDocument/2006/relationships/notesSlide" Target="/ppt/notesSlides/notesSlide4.xml" Id="Rdb59c7c2ef8840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cba9893544612" /><Relationship Type="http://schemas.openxmlformats.org/officeDocument/2006/relationships/notesSlide" Target="/ppt/notesSlides/notesSlide5.xml" Id="Rbc117521ee4e46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467615af34609" /><Relationship Type="http://schemas.openxmlformats.org/officeDocument/2006/relationships/notesSlide" Target="/ppt/notesSlides/notesSlide6.xml" Id="R37263fd872b44e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24dd7909e42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72000"/>
            <a:ext cx="106092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420000"/>
            <a:ext cx="1620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564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design that becomes a real PowerPoint deck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604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Flagship intro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BigValue"/>
          <p:cNvSpPr txBox="1"/>
          <p:nvPr/>
        </p:nvSpPr>
        <p:spPr>
          <a:xfrm xmlns:a="http://schemas.openxmlformats.org/drawingml/2006/main">
            <a:off x="792000" y="1368000"/>
            <a:ext cx="10609200" cy="25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06" name="BigLabel"/>
          <p:cNvSpPr txBox="1"/>
          <p:nvPr/>
        </p:nvSpPr>
        <p:spPr>
          <a:xfrm xmlns:a="http://schemas.openxmlformats.org/drawingml/2006/main">
            <a:off x="792000" y="4104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07" name="BigContext"/>
          <p:cNvSpPr txBox="1"/>
          <p:nvPr/>
        </p:nvSpPr>
        <p:spPr>
          <a:xfrm xmlns:a="http://schemas.openxmlformats.org/drawingml/2006/main">
            <a:off x="1512000" y="4824000"/>
            <a:ext cx="91692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Tokens, recipes, and staging-safe apply — not a blank slide and a prayer.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8" name="Ba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09" name="BaPanel1"/>
          <p:cNvSpPr/>
          <p:nvPr/>
        </p:nvSpPr>
        <p:spPr>
          <a:xfrm xmlns:a="http://schemas.openxmlformats.org/drawingml/2006/main">
            <a:off x="792000" y="1260000"/>
            <a:ext cx="5212800" cy="49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BaHead1"/>
          <p:cNvSpPr txBox="1"/>
          <p:nvPr/>
        </p:nvSpPr>
        <p:spPr>
          <a:xfrm xmlns:a="http://schemas.openxmlformats.org/drawingml/2006/main">
            <a:off x="972000" y="1440000"/>
            <a:ext cx="48528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Without</a:t>
            </a:r>
          </a:p>
        </p:txBody>
      </p:sp>
      <p:sp>
        <p:nvSpPr>
          <p:cNvPr id="100011" name="BaBody1"/>
          <p:cNvSpPr txBox="1"/>
          <p:nvPr/>
        </p:nvSpPr>
        <p:spPr>
          <a:xfrm xmlns:a="http://schemas.openxmlformats.org/drawingml/2006/main">
            <a:off x="972000" y="2088000"/>
            <a:ext cx="4852800" cy="37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Hand-built decks drift from brand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one-off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floors,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 on every save</a:t>
            </a:r>
          </a:p>
        </p:txBody>
      </p:sp>
      <p:sp>
        <p:nvSpPr>
          <p:cNvPr id="100012" name="BaPanel2"/>
          <p:cNvSpPr/>
          <p:nvPr/>
        </p:nvSpPr>
        <p:spPr>
          <a:xfrm xmlns:a="http://schemas.openxmlformats.org/drawingml/2006/main">
            <a:off x="6184800" y="1260000"/>
            <a:ext cx="5212800" cy="49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BaHead2"/>
          <p:cNvSpPr txBox="1"/>
          <p:nvPr/>
        </p:nvSpPr>
        <p:spPr>
          <a:xfrm xmlns:a="http://schemas.openxmlformats.org/drawingml/2006/main">
            <a:off x="6364800" y="1440000"/>
            <a:ext cx="48528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With designmd-pptx</a:t>
            </a:r>
          </a:p>
        </p:txBody>
      </p:sp>
      <p:sp>
        <p:nvSpPr>
          <p:cNvPr id="100014" name="BaBody2"/>
          <p:cNvSpPr txBox="1"/>
          <p:nvPr/>
        </p:nvSpPr>
        <p:spPr>
          <a:xfrm xmlns:a="http://schemas.openxmlformats.org/drawingml/2006/main">
            <a:off x="6364800" y="2088000"/>
            <a:ext cx="4852800" cy="37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Compiled tokens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Recipe catalog with text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 before ship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apply with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15" name="ProcTitle"/>
          <p:cNvSpPr txBox="1"/>
          <p:nvPr/>
        </p:nvSpPr>
        <p:spPr>
          <a:xfrm xmlns:a="http://schemas.openxmlformats.org/drawingml/2006/main">
            <a:off x="792000" y="504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16" name="Proc1"/>
          <p:cNvSpPr/>
          <p:nvPr/>
        </p:nvSpPr>
        <p:spPr>
          <a:xfrm xmlns:a="http://schemas.openxmlformats.org/drawingml/2006/main">
            <a:off x="7920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17" name="Proc2"/>
          <p:cNvSpPr/>
          <p:nvPr/>
        </p:nvSpPr>
        <p:spPr>
          <a:xfrm xmlns:a="http://schemas.openxmlformats.org/drawingml/2006/main">
            <a:off x="29916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18" name="Proc3"/>
          <p:cNvSpPr/>
          <p:nvPr/>
        </p:nvSpPr>
        <p:spPr>
          <a:xfrm xmlns:a="http://schemas.openxmlformats.org/drawingml/2006/main">
            <a:off x="51948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</p:txBody>
      </p:sp>
      <p:sp>
        <p:nvSpPr>
          <p:cNvPr id="100019" name="Proc4"/>
          <p:cNvSpPr/>
          <p:nvPr/>
        </p:nvSpPr>
        <p:spPr>
          <a:xfrm xmlns:a="http://schemas.openxmlformats.org/drawingml/2006/main">
            <a:off x="73944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20" name="Proc5"/>
          <p:cNvSpPr/>
          <p:nvPr/>
        </p:nvSpPr>
        <p:spPr>
          <a:xfrm xmlns:a="http://schemas.openxmlformats.org/drawingml/2006/main">
            <a:off x="95976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21" name="Connector 1"/>
          <p:cNvCxnSpPr>
            <a:stCxn xmlns:a="http://schemas.openxmlformats.org/drawingml/2006/main" id="100016" idx="0"/>
            <a:endCxn xmlns:a="http://schemas.openxmlformats.org/drawingml/2006/main" id="100017" idx="0"/>
          </p:cNvCxnSpPr>
          <p:nvPr/>
        </p:nvCxnSpPr>
        <p:spPr>
          <a:xfrm xmlns:a="http://schemas.openxmlformats.org/drawingml/2006/main">
            <a:off x="2595600" y="34200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2" name="Connector 2"/>
          <p:cNvCxnSpPr>
            <a:stCxn xmlns:a="http://schemas.openxmlformats.org/drawingml/2006/main" id="100017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795200" y="34200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3" name="Connector 3"/>
          <p:cNvCxnSpPr>
            <a:stCxn xmlns:a="http://schemas.openxmlformats.org/drawingml/2006/main" id="100018" idx="0"/>
            <a:endCxn xmlns:a="http://schemas.openxmlformats.org/drawingml/2006/main" id="100019" idx="0"/>
          </p:cNvCxnSpPr>
          <p:nvPr/>
        </p:nvCxnSpPr>
        <p:spPr>
          <a:xfrm xmlns:a="http://schemas.openxmlformats.org/drawingml/2006/main">
            <a:off x="6998400" y="34200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4" name="Connector 4"/>
          <p:cNvCxnSpPr>
            <a:stCxn xmlns:a="http://schemas.openxmlformats.org/drawingml/2006/main" id="100019" idx="0"/>
            <a:endCxn xmlns:a="http://schemas.openxmlformats.org/drawingml/2006/main" id="100020" idx="0"/>
          </p:cNvCxnSpPr>
          <p:nvPr/>
        </p:nvCxnSpPr>
        <p:spPr>
          <a:xfrm xmlns:a="http://schemas.openxmlformats.org/drawingml/2006/main">
            <a:off x="9198000" y="34200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5" name="FeatTitle"/>
          <p:cNvSpPr txBox="1"/>
          <p:nvPr/>
        </p:nvSpPr>
        <p:spPr>
          <a:xfrm xmlns:a="http://schemas.openxmlformats.org/drawingml/2006/main">
            <a:off x="792000" y="4860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26" name="Card1Bg"/>
          <p:cNvSpPr/>
          <p:nvPr/>
        </p:nvSpPr>
        <p:spPr>
          <a:xfrm xmlns:a="http://schemas.openxmlformats.org/drawingml/2006/main">
            <a:off x="792000" y="1490400"/>
            <a:ext cx="3272400" cy="493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Card1Num"/>
          <p:cNvSpPr txBox="1"/>
          <p:nvPr/>
        </p:nvSpPr>
        <p:spPr>
          <a:xfrm xmlns:a="http://schemas.openxmlformats.org/drawingml/2006/main">
            <a:off x="1098000" y="1958400"/>
            <a:ext cx="26604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28" name="Card1Title"/>
          <p:cNvSpPr txBox="1"/>
          <p:nvPr/>
        </p:nvSpPr>
        <p:spPr>
          <a:xfrm xmlns:a="http://schemas.openxmlformats.org/drawingml/2006/main">
            <a:off x="1098000" y="2804400"/>
            <a:ext cx="26604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29" name="Card1Body"/>
          <p:cNvSpPr txBox="1"/>
          <p:nvPr/>
        </p:nvSpPr>
        <p:spPr>
          <a:xfrm xmlns:a="http://schemas.openxmlformats.org/drawingml/2006/main">
            <a:off x="1098000" y="3974400"/>
            <a:ext cx="266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Centimeters. Glued connectors. Type floors that hold.</a:t>
            </a:r>
          </a:p>
        </p:txBody>
      </p:sp>
      <p:sp>
        <p:nvSpPr>
          <p:cNvPr id="100030" name="Card2Bg"/>
          <p:cNvSpPr/>
          <p:nvPr/>
        </p:nvSpPr>
        <p:spPr>
          <a:xfrm xmlns:a="http://schemas.openxmlformats.org/drawingml/2006/main">
            <a:off x="4460400" y="1490400"/>
            <a:ext cx="3272400" cy="493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Card2Num"/>
          <p:cNvSpPr txBox="1"/>
          <p:nvPr/>
        </p:nvSpPr>
        <p:spPr>
          <a:xfrm xmlns:a="http://schemas.openxmlformats.org/drawingml/2006/main">
            <a:off x="4766400" y="1958400"/>
            <a:ext cx="26604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32" name="Card2Title"/>
          <p:cNvSpPr txBox="1"/>
          <p:nvPr/>
        </p:nvSpPr>
        <p:spPr>
          <a:xfrm xmlns:a="http://schemas.openxmlformats.org/drawingml/2006/main">
            <a:off x="4766400" y="2804400"/>
            <a:ext cx="26604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33" name="Card2Body"/>
          <p:cNvSpPr txBox="1"/>
          <p:nvPr/>
        </p:nvSpPr>
        <p:spPr>
          <a:xfrm xmlns:a="http://schemas.openxmlformats.org/drawingml/2006/main">
            <a:off x="4766400" y="3974400"/>
            <a:ext cx="266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34" name="Card3Bg"/>
          <p:cNvSpPr/>
          <p:nvPr/>
        </p:nvSpPr>
        <p:spPr>
          <a:xfrm xmlns:a="http://schemas.openxmlformats.org/drawingml/2006/main">
            <a:off x="8128800" y="1490400"/>
            <a:ext cx="3272400" cy="493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Card3Num"/>
          <p:cNvSpPr txBox="1"/>
          <p:nvPr/>
        </p:nvSpPr>
        <p:spPr>
          <a:xfrm xmlns:a="http://schemas.openxmlformats.org/drawingml/2006/main">
            <a:off x="8434800" y="1958400"/>
            <a:ext cx="26604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36" name="Card3Title"/>
          <p:cNvSpPr txBox="1"/>
          <p:nvPr/>
        </p:nvSpPr>
        <p:spPr>
          <a:xfrm xmlns:a="http://schemas.openxmlformats.org/drawingml/2006/main">
            <a:off x="8434800" y="2804400"/>
            <a:ext cx="26604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Agent-safe</a:t>
            </a:r>
          </a:p>
        </p:txBody>
      </p:sp>
      <p:sp>
        <p:nvSpPr>
          <p:cNvPr id="100037" name="Card3Body"/>
          <p:cNvSpPr txBox="1"/>
          <p:nvPr/>
        </p:nvSpPr>
        <p:spPr>
          <a:xfrm xmlns:a="http://schemas.openxmlformats.org/drawingml/2006/main">
            <a:off x="8434800" y="3974400"/>
            <a:ext cx="266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Claude, Codex, Grok. Install only after you say yes.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8" name="Pillar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Two backends, one contract</a:t>
            </a:r>
          </a:p>
        </p:txBody>
      </p:sp>
      <p:sp>
        <p:nvSpPr>
          <p:cNvPr id="100039" name="Pillar1"/>
          <p:cNvSpPr/>
          <p:nvPr/>
        </p:nvSpPr>
        <p:spPr>
          <a:xfrm xmlns:a="http://schemas.openxmlformats.org/drawingml/2006/main">
            <a:off x="792000" y="1800000"/>
            <a:ext cx="3416400" cy="41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Legacy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Shape-level batch for DESIGN.md-exact decks</a:t>
            </a:r>
          </a:p>
        </p:txBody>
      </p:sp>
      <p:sp>
        <p:nvSpPr>
          <p:cNvPr id="100040" name="Pillar2"/>
          <p:cNvSpPr/>
          <p:nvPr/>
        </p:nvSpPr>
        <p:spPr>
          <a:xfrm xmlns:a="http://schemas.openxmlformats.org/drawingml/2006/main">
            <a:off x="4388400" y="1944000"/>
            <a:ext cx="3416400" cy="39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Official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Agent-bridge drafts via office.render</a:t>
            </a:r>
          </a:p>
        </p:txBody>
      </p:sp>
      <p:sp>
        <p:nvSpPr>
          <p:cNvPr id="100041" name="Pillar3"/>
          <p:cNvSpPr/>
          <p:nvPr/>
        </p:nvSpPr>
        <p:spPr>
          <a:xfrm xmlns:a="http://schemas.openxmlformats.org/drawingml/2006/main">
            <a:off x="7984800" y="2088000"/>
            <a:ext cx="34164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Offline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Compose, a11y, refine, animate without a binary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2" name="Stairs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is a staircase</a:t>
            </a:r>
          </a:p>
        </p:txBody>
      </p:sp>
      <p:sp>
        <p:nvSpPr>
          <p:cNvPr id="100043" name="Stair1"/>
          <p:cNvSpPr/>
          <p:nvPr/>
        </p:nvSpPr>
        <p:spPr>
          <a:xfrm xmlns:a="http://schemas.openxmlformats.org/drawingml/2006/main">
            <a:off x="835200" y="4680000"/>
            <a:ext cx="2034000" cy="13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Brand floors</a:t>
            </a:r>
          </a:p>
        </p:txBody>
      </p:sp>
      <p:sp>
        <p:nvSpPr>
          <p:cNvPr id="100044" name="Stair2"/>
          <p:cNvSpPr/>
          <p:nvPr/>
        </p:nvSpPr>
        <p:spPr>
          <a:xfrm xmlns:a="http://schemas.openxmlformats.org/drawingml/2006/main">
            <a:off x="2955600" y="3852000"/>
            <a:ext cx="2034000" cy="21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Fit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CJK budgets</a:t>
            </a:r>
          </a:p>
        </p:txBody>
      </p:sp>
      <p:sp>
        <p:nvSpPr>
          <p:cNvPr id="100045" name="Stair3"/>
          <p:cNvSpPr/>
          <p:nvPr/>
        </p:nvSpPr>
        <p:spPr>
          <a:xfrm xmlns:a="http://schemas.openxmlformats.org/drawingml/2006/main">
            <a:off x="5079600" y="3024000"/>
            <a:ext cx="2034000" cy="30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Overlap gate</a:t>
            </a:r>
          </a:p>
        </p:txBody>
      </p:sp>
      <p:sp>
        <p:nvSpPr>
          <p:cNvPr id="100046" name="Stair4"/>
          <p:cNvSpPr/>
          <p:nvPr/>
        </p:nvSpPr>
        <p:spPr>
          <a:xfrm xmlns:a="http://schemas.openxmlformats.org/drawingml/2006/main">
            <a:off x="7200000" y="2196000"/>
            <a:ext cx="20340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Contact sheet</a:t>
            </a:r>
          </a:p>
        </p:txBody>
      </p:sp>
      <p:sp>
        <p:nvSpPr>
          <p:cNvPr id="100047" name="Stair5"/>
          <p:cNvSpPr/>
          <p:nvPr/>
        </p:nvSpPr>
        <p:spPr>
          <a:xfrm xmlns:a="http://schemas.openxmlformats.org/drawingml/2006/main">
            <a:off x="9324000" y="1368000"/>
            <a:ext cx="2034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 check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8" name="Check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 we keep</a:t>
            </a:r>
          </a:p>
        </p:txBody>
      </p:sp>
      <p:sp>
        <p:nvSpPr>
          <p:cNvPr id="100049" name="CheckRow1"/>
          <p:cNvSpPr/>
          <p:nvPr/>
        </p:nvSpPr>
        <p:spPr>
          <a:xfrm xmlns:a="http://schemas.openxmlformats.org/drawingml/2006/main">
            <a:off x="792000" y="1296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50" name="CheckRow2"/>
          <p:cNvSpPr/>
          <p:nvPr/>
        </p:nvSpPr>
        <p:spPr>
          <a:xfrm xmlns:a="http://schemas.openxmlformats.org/drawingml/2006/main">
            <a:off x="792000" y="1980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 — split or cut</a:t>
            </a:r>
          </a:p>
        </p:txBody>
      </p:sp>
      <p:sp>
        <p:nvSpPr>
          <p:cNvPr id="100051" name="CheckRow3"/>
          <p:cNvSpPr/>
          <p:nvPr/>
        </p:nvSpPr>
        <p:spPr>
          <a:xfrm xmlns:a="http://schemas.openxmlformats.org/drawingml/2006/main">
            <a:off x="792000" y="2664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Overwrite only with --force</a:t>
            </a:r>
          </a:p>
        </p:txBody>
      </p:sp>
      <p:sp>
        <p:nvSpPr>
          <p:cNvPr id="100052" name="CheckRow4"/>
          <p:cNvSpPr/>
          <p:nvPr/>
        </p:nvSpPr>
        <p:spPr>
          <a:xfrm xmlns:a="http://schemas.openxmlformats.org/drawingml/2006/main">
            <a:off x="792000" y="3348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  <p:sp>
        <p:nvSpPr>
          <p:cNvPr id="100053" name="CheckRow5"/>
          <p:cNvSpPr/>
          <p:nvPr/>
        </p:nvSpPr>
        <p:spPr>
          <a:xfrm xmlns:a="http://schemas.openxmlformats.org/drawingml/2006/main">
            <a:off x="792000" y="4032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Ask before installing OfficeCLI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4" name="CloseTitle"/>
          <p:cNvSpPr txBox="1"/>
          <p:nvPr/>
        </p:nvSpPr>
        <p:spPr>
          <a:xfrm xmlns:a="http://schemas.openxmlformats.org/drawingml/2006/main">
            <a:off x="792000" y="1872000"/>
            <a:ext cx="106092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55" name="CloseBody"/>
          <p:cNvSpPr txBox="1"/>
          <p:nvPr/>
        </p:nvSpPr>
        <p:spPr>
          <a:xfrm xmlns:a="http://schemas.openxmlformats.org/drawingml/2006/main">
            <a:off x="1512000" y="3024000"/>
            <a:ext cx="9169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a brief · scaffold · apply --screenshot</a:t>
            </a:r>
          </a:p>
        </p:txBody>
      </p:sp>
      <p:sp>
        <p:nvSpPr>
          <p:cNvPr id="100056" name="CloseCta"/>
          <p:cNvSpPr/>
          <p:nvPr/>
        </p:nvSpPr>
        <p:spPr>
          <a:xfrm xmlns:a="http://schemas.openxmlformats.org/drawingml/2006/main">
            <a:off x="4294800" y="4248000"/>
            <a:ext cx="3600000" cy="6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2026-07-15T01:08:47Z</dcterms:created>
  <cp:lastModifiedBy>OfficeCLI</cp:lastModifiedBy>
  <dcterms:modified xsi:type="dcterms:W3CDTF">2026-07-15T01:08:47Z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2026-07-15T01:08:48Z</vt:lpwstr>
  </op:property>
</op:Properties>
</file>